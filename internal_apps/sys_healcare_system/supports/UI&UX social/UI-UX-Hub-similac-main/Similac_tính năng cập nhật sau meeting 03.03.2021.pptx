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370" r:id="rId3"/>
    <p:sldId id="257" r:id="rId4"/>
    <p:sldId id="262" r:id="rId5"/>
    <p:sldId id="263" r:id="rId6"/>
    <p:sldId id="264" r:id="rId7"/>
    <p:sldId id="371" r:id="rId8"/>
    <p:sldId id="265" r:id="rId9"/>
    <p:sldId id="267" r:id="rId10"/>
    <p:sldId id="372" r:id="rId11"/>
    <p:sldId id="373" r:id="rId12"/>
    <p:sldId id="374" r:id="rId13"/>
    <p:sldId id="266" r:id="rId14"/>
    <p:sldId id="375" r:id="rId15"/>
    <p:sldId id="379" r:id="rId16"/>
    <p:sldId id="380" r:id="rId17"/>
    <p:sldId id="381" r:id="rId18"/>
    <p:sldId id="376" r:id="rId19"/>
    <p:sldId id="280" r:id="rId20"/>
    <p:sldId id="377" r:id="rId21"/>
    <p:sldId id="36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17" autoAdjust="0"/>
    <p:restoredTop sz="95952"/>
  </p:normalViewPr>
  <p:slideViewPr>
    <p:cSldViewPr snapToGrid="0" snapToObjects="1">
      <p:cViewPr varScale="1">
        <p:scale>
          <a:sx n="87" d="100"/>
          <a:sy n="87" d="100"/>
        </p:scale>
        <p:origin x="63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3ED192-5A2A-43B9-A6A4-DFFD5FDEF328}" type="datetimeFigureOut">
              <a:rPr lang="en-US" smtClean="0"/>
              <a:t>3/10/2021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296BDF-E631-4302-B729-1224B0088959}" type="slidenum">
              <a:rPr lang="en-US" smtClean="0"/>
              <a:t>‹#›</a:t>
            </a:fld>
            <a:endParaRPr lang="en-US"/>
          </a:p>
        </p:txBody>
      </p:sp>
    </p:spTree>
    <p:extLst>
      <p:ext uri="{BB962C8B-B14F-4D97-AF65-F5344CB8AC3E}">
        <p14:creationId xmlns:p14="http://schemas.microsoft.com/office/powerpoint/2010/main" val="1792496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Chech</a:t>
            </a:r>
            <a:r>
              <a:rPr lang="en-US" dirty="0"/>
              <a:t> w tech: </a:t>
            </a:r>
            <a:r>
              <a:rPr lang="en-US" dirty="0" err="1"/>
              <a:t>trước</a:t>
            </a:r>
            <a:r>
              <a:rPr lang="en-US" dirty="0"/>
              <a:t> 15/4 </a:t>
            </a:r>
            <a:r>
              <a:rPr lang="en-US" dirty="0" err="1"/>
              <a:t>có</a:t>
            </a:r>
            <a:r>
              <a:rPr lang="en-US" dirty="0"/>
              <a:t> list </a:t>
            </a:r>
            <a:r>
              <a:rPr lang="en-US" dirty="0" err="1"/>
              <a:t>quà</a:t>
            </a:r>
            <a:r>
              <a:rPr lang="en-US" dirty="0"/>
              <a:t> </a:t>
            </a:r>
            <a:r>
              <a:rPr lang="en-US" dirty="0" err="1"/>
              <a:t>khi</a:t>
            </a:r>
            <a:r>
              <a:rPr lang="en-US" dirty="0"/>
              <a:t> user click </a:t>
            </a:r>
            <a:r>
              <a:rPr lang="en-US" dirty="0" err="1"/>
              <a:t>vào</a:t>
            </a:r>
            <a:r>
              <a:rPr lang="en-US" dirty="0"/>
              <a:t> </a:t>
            </a:r>
            <a:r>
              <a:rPr lang="en-US" dirty="0" err="1"/>
              <a:t>đổi</a:t>
            </a:r>
            <a:r>
              <a:rPr lang="en-US" dirty="0"/>
              <a:t> </a:t>
            </a:r>
            <a:r>
              <a:rPr lang="en-US" dirty="0" err="1"/>
              <a:t>quà</a:t>
            </a:r>
            <a:endParaRPr lang="vi-VN" dirty="0"/>
          </a:p>
        </p:txBody>
      </p:sp>
      <p:sp>
        <p:nvSpPr>
          <p:cNvPr id="4" name="Slide Number Placeholder 3"/>
          <p:cNvSpPr>
            <a:spLocks noGrp="1"/>
          </p:cNvSpPr>
          <p:nvPr>
            <p:ph type="sldNum" sz="quarter" idx="10"/>
          </p:nvPr>
        </p:nvSpPr>
        <p:spPr/>
        <p:txBody>
          <a:bodyPr/>
          <a:lstStyle/>
          <a:p>
            <a:fld id="{515E9C67-9B0D-4052-8B68-6B829275B4A5}" type="slidenum">
              <a:rPr lang="en-US" smtClean="0"/>
              <a:t>16</a:t>
            </a:fld>
            <a:endParaRPr lang="en-US"/>
          </a:p>
        </p:txBody>
      </p:sp>
    </p:spTree>
    <p:extLst>
      <p:ext uri="{BB962C8B-B14F-4D97-AF65-F5344CB8AC3E}">
        <p14:creationId xmlns:p14="http://schemas.microsoft.com/office/powerpoint/2010/main" val="1957683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Chech</a:t>
            </a:r>
            <a:r>
              <a:rPr lang="en-US" dirty="0"/>
              <a:t> w tech: </a:t>
            </a:r>
            <a:r>
              <a:rPr lang="en-US" dirty="0" err="1"/>
              <a:t>trước</a:t>
            </a:r>
            <a:r>
              <a:rPr lang="en-US" dirty="0"/>
              <a:t> 15/4 </a:t>
            </a:r>
            <a:r>
              <a:rPr lang="en-US" dirty="0" err="1"/>
              <a:t>có</a:t>
            </a:r>
            <a:r>
              <a:rPr lang="en-US" dirty="0"/>
              <a:t> list </a:t>
            </a:r>
            <a:r>
              <a:rPr lang="en-US" dirty="0" err="1"/>
              <a:t>quà</a:t>
            </a:r>
            <a:r>
              <a:rPr lang="en-US" dirty="0"/>
              <a:t> </a:t>
            </a:r>
            <a:r>
              <a:rPr lang="en-US" dirty="0" err="1"/>
              <a:t>khi</a:t>
            </a:r>
            <a:r>
              <a:rPr lang="en-US" dirty="0"/>
              <a:t> user click </a:t>
            </a:r>
            <a:r>
              <a:rPr lang="en-US" dirty="0" err="1"/>
              <a:t>vào</a:t>
            </a:r>
            <a:r>
              <a:rPr lang="en-US" dirty="0"/>
              <a:t> </a:t>
            </a:r>
            <a:r>
              <a:rPr lang="en-US" dirty="0" err="1"/>
              <a:t>đổi</a:t>
            </a:r>
            <a:r>
              <a:rPr lang="en-US" dirty="0"/>
              <a:t> </a:t>
            </a:r>
            <a:r>
              <a:rPr lang="en-US" dirty="0" err="1"/>
              <a:t>quà</a:t>
            </a:r>
            <a:endParaRPr lang="vi-VN" dirty="0"/>
          </a:p>
        </p:txBody>
      </p:sp>
      <p:sp>
        <p:nvSpPr>
          <p:cNvPr id="4" name="Slide Number Placeholder 3"/>
          <p:cNvSpPr>
            <a:spLocks noGrp="1"/>
          </p:cNvSpPr>
          <p:nvPr>
            <p:ph type="sldNum" sz="quarter" idx="10"/>
          </p:nvPr>
        </p:nvSpPr>
        <p:spPr/>
        <p:txBody>
          <a:bodyPr/>
          <a:lstStyle/>
          <a:p>
            <a:fld id="{515E9C67-9B0D-4052-8B68-6B829275B4A5}" type="slidenum">
              <a:rPr lang="en-US" smtClean="0"/>
              <a:t>17</a:t>
            </a:fld>
            <a:endParaRPr lang="en-US"/>
          </a:p>
        </p:txBody>
      </p:sp>
    </p:spTree>
    <p:extLst>
      <p:ext uri="{BB962C8B-B14F-4D97-AF65-F5344CB8AC3E}">
        <p14:creationId xmlns:p14="http://schemas.microsoft.com/office/powerpoint/2010/main" val="16849455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Chech</a:t>
            </a:r>
            <a:r>
              <a:rPr lang="en-US" dirty="0"/>
              <a:t> w tech: </a:t>
            </a:r>
            <a:r>
              <a:rPr lang="en-US" dirty="0" err="1"/>
              <a:t>trước</a:t>
            </a:r>
            <a:r>
              <a:rPr lang="en-US" dirty="0"/>
              <a:t> 15/4 </a:t>
            </a:r>
            <a:r>
              <a:rPr lang="en-US" dirty="0" err="1"/>
              <a:t>có</a:t>
            </a:r>
            <a:r>
              <a:rPr lang="en-US" dirty="0"/>
              <a:t> list </a:t>
            </a:r>
            <a:r>
              <a:rPr lang="en-US" dirty="0" err="1"/>
              <a:t>quà</a:t>
            </a:r>
            <a:r>
              <a:rPr lang="en-US" dirty="0"/>
              <a:t> </a:t>
            </a:r>
            <a:r>
              <a:rPr lang="en-US" dirty="0" err="1"/>
              <a:t>khi</a:t>
            </a:r>
            <a:r>
              <a:rPr lang="en-US" dirty="0"/>
              <a:t> user click </a:t>
            </a:r>
            <a:r>
              <a:rPr lang="en-US" dirty="0" err="1"/>
              <a:t>vào</a:t>
            </a:r>
            <a:r>
              <a:rPr lang="en-US" dirty="0"/>
              <a:t> </a:t>
            </a:r>
            <a:r>
              <a:rPr lang="en-US" dirty="0" err="1"/>
              <a:t>đổi</a:t>
            </a:r>
            <a:r>
              <a:rPr lang="en-US" dirty="0"/>
              <a:t> </a:t>
            </a:r>
            <a:r>
              <a:rPr lang="en-US" dirty="0" err="1"/>
              <a:t>quà</a:t>
            </a:r>
            <a:endParaRPr lang="vi-VN" dirty="0"/>
          </a:p>
        </p:txBody>
      </p:sp>
      <p:sp>
        <p:nvSpPr>
          <p:cNvPr id="4" name="Slide Number Placeholder 3"/>
          <p:cNvSpPr>
            <a:spLocks noGrp="1"/>
          </p:cNvSpPr>
          <p:nvPr>
            <p:ph type="sldNum" sz="quarter" idx="10"/>
          </p:nvPr>
        </p:nvSpPr>
        <p:spPr/>
        <p:txBody>
          <a:bodyPr/>
          <a:lstStyle/>
          <a:p>
            <a:fld id="{515E9C67-9B0D-4052-8B68-6B829275B4A5}" type="slidenum">
              <a:rPr lang="en-US" smtClean="0"/>
              <a:t>21</a:t>
            </a:fld>
            <a:endParaRPr lang="en-US"/>
          </a:p>
        </p:txBody>
      </p:sp>
    </p:spTree>
    <p:extLst>
      <p:ext uri="{BB962C8B-B14F-4D97-AF65-F5344CB8AC3E}">
        <p14:creationId xmlns:p14="http://schemas.microsoft.com/office/powerpoint/2010/main" val="2823689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D7DA1-B402-C645-ADAE-F5D8FC311D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4798B9A-8AE0-354A-9B6A-6B03E0FED4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8E3D7F1-81D2-1141-9050-1112AAB1C6CC}"/>
              </a:ext>
            </a:extLst>
          </p:cNvPr>
          <p:cNvSpPr>
            <a:spLocks noGrp="1"/>
          </p:cNvSpPr>
          <p:nvPr>
            <p:ph type="dt" sz="half" idx="10"/>
          </p:nvPr>
        </p:nvSpPr>
        <p:spPr/>
        <p:txBody>
          <a:bodyPr/>
          <a:lstStyle/>
          <a:p>
            <a:fld id="{B55F0BC4-74CC-4FFC-AEB5-14D524CFC618}" type="datetime1">
              <a:rPr lang="en-US" smtClean="0"/>
              <a:t>3/10/2021</a:t>
            </a:fld>
            <a:endParaRPr lang="en-US"/>
          </a:p>
        </p:txBody>
      </p:sp>
      <p:sp>
        <p:nvSpPr>
          <p:cNvPr id="5" name="Footer Placeholder 4">
            <a:extLst>
              <a:ext uri="{FF2B5EF4-FFF2-40B4-BE49-F238E27FC236}">
                <a16:creationId xmlns:a16="http://schemas.microsoft.com/office/drawing/2014/main" id="{E5DA1B75-8B2E-4140-AD07-5FF2238AE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9A37FE-EEC5-3B45-8B46-6745AB71260A}"/>
              </a:ext>
            </a:extLst>
          </p:cNvPr>
          <p:cNvSpPr>
            <a:spLocks noGrp="1"/>
          </p:cNvSpPr>
          <p:nvPr>
            <p:ph type="sldNum" sz="quarter" idx="12"/>
          </p:nvPr>
        </p:nvSpPr>
        <p:spPr/>
        <p:txBody>
          <a:bodyPr/>
          <a:lstStyle/>
          <a:p>
            <a:fld id="{041AA252-0293-3747-89C5-33321DF125FA}" type="slidenum">
              <a:rPr lang="en-US" smtClean="0"/>
              <a:t>‹#›</a:t>
            </a:fld>
            <a:endParaRPr lang="en-US"/>
          </a:p>
        </p:txBody>
      </p:sp>
    </p:spTree>
    <p:extLst>
      <p:ext uri="{BB962C8B-B14F-4D97-AF65-F5344CB8AC3E}">
        <p14:creationId xmlns:p14="http://schemas.microsoft.com/office/powerpoint/2010/main" val="758525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845D5-E89E-494B-B038-CED89BA942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40DD7D-60CD-9748-BD48-E202701BA6E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0FEAA5-38DD-5A43-87C4-29482633D544}"/>
              </a:ext>
            </a:extLst>
          </p:cNvPr>
          <p:cNvSpPr>
            <a:spLocks noGrp="1"/>
          </p:cNvSpPr>
          <p:nvPr>
            <p:ph type="dt" sz="half" idx="10"/>
          </p:nvPr>
        </p:nvSpPr>
        <p:spPr/>
        <p:txBody>
          <a:bodyPr/>
          <a:lstStyle/>
          <a:p>
            <a:fld id="{FD5C7BC6-EFD3-4A87-8862-7EDBB4450219}" type="datetime1">
              <a:rPr lang="en-US" smtClean="0"/>
              <a:t>3/10/2021</a:t>
            </a:fld>
            <a:endParaRPr lang="en-US"/>
          </a:p>
        </p:txBody>
      </p:sp>
      <p:sp>
        <p:nvSpPr>
          <p:cNvPr id="5" name="Footer Placeholder 4">
            <a:extLst>
              <a:ext uri="{FF2B5EF4-FFF2-40B4-BE49-F238E27FC236}">
                <a16:creationId xmlns:a16="http://schemas.microsoft.com/office/drawing/2014/main" id="{0A7B6540-7D3F-6B44-84E1-A09E83EB78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3C6535-5403-7B4A-8F7E-86659FDBD2DF}"/>
              </a:ext>
            </a:extLst>
          </p:cNvPr>
          <p:cNvSpPr>
            <a:spLocks noGrp="1"/>
          </p:cNvSpPr>
          <p:nvPr>
            <p:ph type="sldNum" sz="quarter" idx="12"/>
          </p:nvPr>
        </p:nvSpPr>
        <p:spPr/>
        <p:txBody>
          <a:bodyPr/>
          <a:lstStyle/>
          <a:p>
            <a:fld id="{041AA252-0293-3747-89C5-33321DF125FA}" type="slidenum">
              <a:rPr lang="en-US" smtClean="0"/>
              <a:t>‹#›</a:t>
            </a:fld>
            <a:endParaRPr lang="en-US"/>
          </a:p>
        </p:txBody>
      </p:sp>
    </p:spTree>
    <p:extLst>
      <p:ext uri="{BB962C8B-B14F-4D97-AF65-F5344CB8AC3E}">
        <p14:creationId xmlns:p14="http://schemas.microsoft.com/office/powerpoint/2010/main" val="2874357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B5612-DC2C-4640-BF6C-1D19113BBD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56BA79-B390-264A-9C24-CCD10C4569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D02A484-33B9-044B-AA6D-FC49B643912B}"/>
              </a:ext>
            </a:extLst>
          </p:cNvPr>
          <p:cNvSpPr>
            <a:spLocks noGrp="1"/>
          </p:cNvSpPr>
          <p:nvPr>
            <p:ph type="dt" sz="half" idx="10"/>
          </p:nvPr>
        </p:nvSpPr>
        <p:spPr/>
        <p:txBody>
          <a:bodyPr/>
          <a:lstStyle/>
          <a:p>
            <a:fld id="{31FEA423-887F-4620-A95C-21419BB9A298}" type="datetime1">
              <a:rPr lang="en-US" smtClean="0"/>
              <a:t>3/10/2021</a:t>
            </a:fld>
            <a:endParaRPr lang="en-US"/>
          </a:p>
        </p:txBody>
      </p:sp>
      <p:sp>
        <p:nvSpPr>
          <p:cNvPr id="5" name="Footer Placeholder 4">
            <a:extLst>
              <a:ext uri="{FF2B5EF4-FFF2-40B4-BE49-F238E27FC236}">
                <a16:creationId xmlns:a16="http://schemas.microsoft.com/office/drawing/2014/main" id="{99CC8C70-0F0D-E249-BBE7-546A576B66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4E2549-5637-D443-AFAF-0B5D73DA4BE4}"/>
              </a:ext>
            </a:extLst>
          </p:cNvPr>
          <p:cNvSpPr>
            <a:spLocks noGrp="1"/>
          </p:cNvSpPr>
          <p:nvPr>
            <p:ph type="sldNum" sz="quarter" idx="12"/>
          </p:nvPr>
        </p:nvSpPr>
        <p:spPr/>
        <p:txBody>
          <a:bodyPr/>
          <a:lstStyle/>
          <a:p>
            <a:fld id="{041AA252-0293-3747-89C5-33321DF125FA}" type="slidenum">
              <a:rPr lang="en-US" smtClean="0"/>
              <a:t>‹#›</a:t>
            </a:fld>
            <a:endParaRPr lang="en-US"/>
          </a:p>
        </p:txBody>
      </p:sp>
    </p:spTree>
    <p:extLst>
      <p:ext uri="{BB962C8B-B14F-4D97-AF65-F5344CB8AC3E}">
        <p14:creationId xmlns:p14="http://schemas.microsoft.com/office/powerpoint/2010/main" val="2273387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EF58F-E948-6A42-B1C1-11745E2254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F20FDE-B0C8-514E-8274-D569E89A570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1914FF-7D80-A148-8082-FA957132D75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058BA88-E75E-4A46-9D4C-805225BDC505}"/>
              </a:ext>
            </a:extLst>
          </p:cNvPr>
          <p:cNvSpPr>
            <a:spLocks noGrp="1"/>
          </p:cNvSpPr>
          <p:nvPr>
            <p:ph type="dt" sz="half" idx="10"/>
          </p:nvPr>
        </p:nvSpPr>
        <p:spPr/>
        <p:txBody>
          <a:bodyPr/>
          <a:lstStyle/>
          <a:p>
            <a:fld id="{BF49BA50-5982-4924-90C5-FBBEA3214F34}" type="datetime1">
              <a:rPr lang="en-US" smtClean="0"/>
              <a:t>3/10/2021</a:t>
            </a:fld>
            <a:endParaRPr lang="en-US"/>
          </a:p>
        </p:txBody>
      </p:sp>
      <p:sp>
        <p:nvSpPr>
          <p:cNvPr id="6" name="Footer Placeholder 5">
            <a:extLst>
              <a:ext uri="{FF2B5EF4-FFF2-40B4-BE49-F238E27FC236}">
                <a16:creationId xmlns:a16="http://schemas.microsoft.com/office/drawing/2014/main" id="{83C9650C-B924-444F-9F01-E9B019B9B0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3BA84C-2400-B847-94CF-803E51594E6D}"/>
              </a:ext>
            </a:extLst>
          </p:cNvPr>
          <p:cNvSpPr>
            <a:spLocks noGrp="1"/>
          </p:cNvSpPr>
          <p:nvPr>
            <p:ph type="sldNum" sz="quarter" idx="12"/>
          </p:nvPr>
        </p:nvSpPr>
        <p:spPr/>
        <p:txBody>
          <a:bodyPr/>
          <a:lstStyle/>
          <a:p>
            <a:fld id="{041AA252-0293-3747-89C5-33321DF125FA}" type="slidenum">
              <a:rPr lang="en-US" smtClean="0"/>
              <a:t>‹#›</a:t>
            </a:fld>
            <a:endParaRPr lang="en-US"/>
          </a:p>
        </p:txBody>
      </p:sp>
    </p:spTree>
    <p:extLst>
      <p:ext uri="{BB962C8B-B14F-4D97-AF65-F5344CB8AC3E}">
        <p14:creationId xmlns:p14="http://schemas.microsoft.com/office/powerpoint/2010/main" val="3713622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7D136-742C-A64E-A9F6-1483117E091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233F71-5A40-9945-9FBA-5D7CAF7808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5FFF956-DC06-4B48-A812-B7DD9A163DD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F688E5-7130-924F-AB95-0DED81DA48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995ED41-B0F7-784F-8744-6EC2287C848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D6E237-75DD-7048-A5C2-2EEF865F7B20}"/>
              </a:ext>
            </a:extLst>
          </p:cNvPr>
          <p:cNvSpPr>
            <a:spLocks noGrp="1"/>
          </p:cNvSpPr>
          <p:nvPr>
            <p:ph type="dt" sz="half" idx="10"/>
          </p:nvPr>
        </p:nvSpPr>
        <p:spPr/>
        <p:txBody>
          <a:bodyPr/>
          <a:lstStyle/>
          <a:p>
            <a:fld id="{1AB0CEBE-93B4-4A3E-9BFC-E2326A3FFE06}" type="datetime1">
              <a:rPr lang="en-US" smtClean="0"/>
              <a:t>3/10/2021</a:t>
            </a:fld>
            <a:endParaRPr lang="en-US"/>
          </a:p>
        </p:txBody>
      </p:sp>
      <p:sp>
        <p:nvSpPr>
          <p:cNvPr id="8" name="Footer Placeholder 7">
            <a:extLst>
              <a:ext uri="{FF2B5EF4-FFF2-40B4-BE49-F238E27FC236}">
                <a16:creationId xmlns:a16="http://schemas.microsoft.com/office/drawing/2014/main" id="{7F1D8B86-CC11-F549-AB19-0DD214EBC6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03467E-58E3-324F-8B91-F9A3C47A2633}"/>
              </a:ext>
            </a:extLst>
          </p:cNvPr>
          <p:cNvSpPr>
            <a:spLocks noGrp="1"/>
          </p:cNvSpPr>
          <p:nvPr>
            <p:ph type="sldNum" sz="quarter" idx="12"/>
          </p:nvPr>
        </p:nvSpPr>
        <p:spPr/>
        <p:txBody>
          <a:bodyPr/>
          <a:lstStyle/>
          <a:p>
            <a:fld id="{041AA252-0293-3747-89C5-33321DF125FA}" type="slidenum">
              <a:rPr lang="en-US" smtClean="0"/>
              <a:t>‹#›</a:t>
            </a:fld>
            <a:endParaRPr lang="en-US"/>
          </a:p>
        </p:txBody>
      </p:sp>
    </p:spTree>
    <p:extLst>
      <p:ext uri="{BB962C8B-B14F-4D97-AF65-F5344CB8AC3E}">
        <p14:creationId xmlns:p14="http://schemas.microsoft.com/office/powerpoint/2010/main" val="88043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D8F4B-FFF8-784C-8C06-DAEB8742562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B5C8911-95D7-C94D-962C-83775163813F}"/>
              </a:ext>
            </a:extLst>
          </p:cNvPr>
          <p:cNvSpPr>
            <a:spLocks noGrp="1"/>
          </p:cNvSpPr>
          <p:nvPr>
            <p:ph type="dt" sz="half" idx="10"/>
          </p:nvPr>
        </p:nvSpPr>
        <p:spPr/>
        <p:txBody>
          <a:bodyPr/>
          <a:lstStyle/>
          <a:p>
            <a:fld id="{1B174EEF-C168-4029-B9CF-8D84A938D872}" type="datetime1">
              <a:rPr lang="en-US" smtClean="0"/>
              <a:t>3/10/2021</a:t>
            </a:fld>
            <a:endParaRPr lang="en-US"/>
          </a:p>
        </p:txBody>
      </p:sp>
      <p:sp>
        <p:nvSpPr>
          <p:cNvPr id="4" name="Footer Placeholder 3">
            <a:extLst>
              <a:ext uri="{FF2B5EF4-FFF2-40B4-BE49-F238E27FC236}">
                <a16:creationId xmlns:a16="http://schemas.microsoft.com/office/drawing/2014/main" id="{FE8699DB-BFC7-E349-921C-ACC5338459C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C56723-5A33-6C40-A58A-CE13396192EC}"/>
              </a:ext>
            </a:extLst>
          </p:cNvPr>
          <p:cNvSpPr>
            <a:spLocks noGrp="1"/>
          </p:cNvSpPr>
          <p:nvPr>
            <p:ph type="sldNum" sz="quarter" idx="12"/>
          </p:nvPr>
        </p:nvSpPr>
        <p:spPr/>
        <p:txBody>
          <a:bodyPr/>
          <a:lstStyle/>
          <a:p>
            <a:fld id="{041AA252-0293-3747-89C5-33321DF125FA}" type="slidenum">
              <a:rPr lang="en-US" smtClean="0"/>
              <a:t>‹#›</a:t>
            </a:fld>
            <a:endParaRPr lang="en-US"/>
          </a:p>
        </p:txBody>
      </p:sp>
    </p:spTree>
    <p:extLst>
      <p:ext uri="{BB962C8B-B14F-4D97-AF65-F5344CB8AC3E}">
        <p14:creationId xmlns:p14="http://schemas.microsoft.com/office/powerpoint/2010/main" val="2442811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420EBA-A265-014B-8891-EF8DAA34381C}"/>
              </a:ext>
            </a:extLst>
          </p:cNvPr>
          <p:cNvSpPr>
            <a:spLocks noGrp="1"/>
          </p:cNvSpPr>
          <p:nvPr>
            <p:ph type="dt" sz="half" idx="10"/>
          </p:nvPr>
        </p:nvSpPr>
        <p:spPr/>
        <p:txBody>
          <a:bodyPr/>
          <a:lstStyle/>
          <a:p>
            <a:fld id="{7FFEDBB6-0B71-42B1-AE01-C090BC236FFD}" type="datetime1">
              <a:rPr lang="en-US" smtClean="0"/>
              <a:t>3/10/2021</a:t>
            </a:fld>
            <a:endParaRPr lang="en-US"/>
          </a:p>
        </p:txBody>
      </p:sp>
      <p:sp>
        <p:nvSpPr>
          <p:cNvPr id="3" name="Footer Placeholder 2">
            <a:extLst>
              <a:ext uri="{FF2B5EF4-FFF2-40B4-BE49-F238E27FC236}">
                <a16:creationId xmlns:a16="http://schemas.microsoft.com/office/drawing/2014/main" id="{5F946509-3E23-F745-AEAD-5480E9AD64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DE3DD70-1C15-3344-BDE2-203DFADA433C}"/>
              </a:ext>
            </a:extLst>
          </p:cNvPr>
          <p:cNvSpPr>
            <a:spLocks noGrp="1"/>
          </p:cNvSpPr>
          <p:nvPr>
            <p:ph type="sldNum" sz="quarter" idx="12"/>
          </p:nvPr>
        </p:nvSpPr>
        <p:spPr/>
        <p:txBody>
          <a:bodyPr/>
          <a:lstStyle/>
          <a:p>
            <a:fld id="{041AA252-0293-3747-89C5-33321DF125FA}" type="slidenum">
              <a:rPr lang="en-US" smtClean="0"/>
              <a:t>‹#›</a:t>
            </a:fld>
            <a:endParaRPr lang="en-US"/>
          </a:p>
        </p:txBody>
      </p:sp>
    </p:spTree>
    <p:extLst>
      <p:ext uri="{BB962C8B-B14F-4D97-AF65-F5344CB8AC3E}">
        <p14:creationId xmlns:p14="http://schemas.microsoft.com/office/powerpoint/2010/main" val="1785559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C4E2A-FEC0-8744-8C42-6AF2E004C7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4510B9-3B3C-6744-AAE6-A229F7BF0B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8B615A-C719-F442-80D5-E90C2A6DBD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5DFB9EB-FCAE-7248-BF1E-14718FB0B73D}"/>
              </a:ext>
            </a:extLst>
          </p:cNvPr>
          <p:cNvSpPr>
            <a:spLocks noGrp="1"/>
          </p:cNvSpPr>
          <p:nvPr>
            <p:ph type="dt" sz="half" idx="10"/>
          </p:nvPr>
        </p:nvSpPr>
        <p:spPr/>
        <p:txBody>
          <a:bodyPr/>
          <a:lstStyle/>
          <a:p>
            <a:fld id="{0D6D7212-2F62-4712-999F-E49EC37CB984}" type="datetime1">
              <a:rPr lang="en-US" smtClean="0"/>
              <a:t>3/10/2021</a:t>
            </a:fld>
            <a:endParaRPr lang="en-US"/>
          </a:p>
        </p:txBody>
      </p:sp>
      <p:sp>
        <p:nvSpPr>
          <p:cNvPr id="6" name="Footer Placeholder 5">
            <a:extLst>
              <a:ext uri="{FF2B5EF4-FFF2-40B4-BE49-F238E27FC236}">
                <a16:creationId xmlns:a16="http://schemas.microsoft.com/office/drawing/2014/main" id="{4B30C6DC-BB24-994A-92D0-53C03F32DE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027720-DD15-9C47-A26C-D78FC9FE1590}"/>
              </a:ext>
            </a:extLst>
          </p:cNvPr>
          <p:cNvSpPr>
            <a:spLocks noGrp="1"/>
          </p:cNvSpPr>
          <p:nvPr>
            <p:ph type="sldNum" sz="quarter" idx="12"/>
          </p:nvPr>
        </p:nvSpPr>
        <p:spPr/>
        <p:txBody>
          <a:bodyPr/>
          <a:lstStyle/>
          <a:p>
            <a:fld id="{041AA252-0293-3747-89C5-33321DF125FA}" type="slidenum">
              <a:rPr lang="en-US" smtClean="0"/>
              <a:t>‹#›</a:t>
            </a:fld>
            <a:endParaRPr lang="en-US"/>
          </a:p>
        </p:txBody>
      </p:sp>
    </p:spTree>
    <p:extLst>
      <p:ext uri="{BB962C8B-B14F-4D97-AF65-F5344CB8AC3E}">
        <p14:creationId xmlns:p14="http://schemas.microsoft.com/office/powerpoint/2010/main" val="953359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AFB81-0997-FD44-8C20-D30D12FC4C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59D0113-0888-EF4E-8BA5-B917374891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6CF39C-EBA7-E241-8C7F-09471ABB1B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E8BBDCE-1196-E54B-B300-25DCA496D060}"/>
              </a:ext>
            </a:extLst>
          </p:cNvPr>
          <p:cNvSpPr>
            <a:spLocks noGrp="1"/>
          </p:cNvSpPr>
          <p:nvPr>
            <p:ph type="dt" sz="half" idx="10"/>
          </p:nvPr>
        </p:nvSpPr>
        <p:spPr/>
        <p:txBody>
          <a:bodyPr/>
          <a:lstStyle/>
          <a:p>
            <a:fld id="{8FFF4A8B-9B32-49CE-A594-A9416288AA4E}" type="datetime1">
              <a:rPr lang="en-US" smtClean="0"/>
              <a:t>3/10/2021</a:t>
            </a:fld>
            <a:endParaRPr lang="en-US"/>
          </a:p>
        </p:txBody>
      </p:sp>
      <p:sp>
        <p:nvSpPr>
          <p:cNvPr id="6" name="Footer Placeholder 5">
            <a:extLst>
              <a:ext uri="{FF2B5EF4-FFF2-40B4-BE49-F238E27FC236}">
                <a16:creationId xmlns:a16="http://schemas.microsoft.com/office/drawing/2014/main" id="{FDF1A305-3305-474E-B11D-59E332DEE6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439240-7975-B04B-848A-EEF7B914F92F}"/>
              </a:ext>
            </a:extLst>
          </p:cNvPr>
          <p:cNvSpPr>
            <a:spLocks noGrp="1"/>
          </p:cNvSpPr>
          <p:nvPr>
            <p:ph type="sldNum" sz="quarter" idx="12"/>
          </p:nvPr>
        </p:nvSpPr>
        <p:spPr/>
        <p:txBody>
          <a:bodyPr/>
          <a:lstStyle/>
          <a:p>
            <a:fld id="{041AA252-0293-3747-89C5-33321DF125FA}" type="slidenum">
              <a:rPr lang="en-US" smtClean="0"/>
              <a:t>‹#›</a:t>
            </a:fld>
            <a:endParaRPr lang="en-US"/>
          </a:p>
        </p:txBody>
      </p:sp>
    </p:spTree>
    <p:extLst>
      <p:ext uri="{BB962C8B-B14F-4D97-AF65-F5344CB8AC3E}">
        <p14:creationId xmlns:p14="http://schemas.microsoft.com/office/powerpoint/2010/main" val="2768889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7D857-3C11-D244-A294-EEAA13CA32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E1ED66-A833-9F47-A8B7-E7A838AAC2B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F4EB31-1C35-034F-9131-6BFA5E99BA81}"/>
              </a:ext>
            </a:extLst>
          </p:cNvPr>
          <p:cNvSpPr>
            <a:spLocks noGrp="1"/>
          </p:cNvSpPr>
          <p:nvPr>
            <p:ph type="dt" sz="half" idx="10"/>
          </p:nvPr>
        </p:nvSpPr>
        <p:spPr/>
        <p:txBody>
          <a:bodyPr/>
          <a:lstStyle/>
          <a:p>
            <a:fld id="{42902C2E-8357-4978-A6FA-DFEBF7E49005}" type="datetime1">
              <a:rPr lang="en-US" smtClean="0"/>
              <a:t>3/10/2021</a:t>
            </a:fld>
            <a:endParaRPr lang="en-US"/>
          </a:p>
        </p:txBody>
      </p:sp>
      <p:sp>
        <p:nvSpPr>
          <p:cNvPr id="5" name="Footer Placeholder 4">
            <a:extLst>
              <a:ext uri="{FF2B5EF4-FFF2-40B4-BE49-F238E27FC236}">
                <a16:creationId xmlns:a16="http://schemas.microsoft.com/office/drawing/2014/main" id="{F908CD9E-18F2-CF47-B041-C2FE963F43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A85D19-93AF-9642-BC39-0AAD9EC3481E}"/>
              </a:ext>
            </a:extLst>
          </p:cNvPr>
          <p:cNvSpPr>
            <a:spLocks noGrp="1"/>
          </p:cNvSpPr>
          <p:nvPr>
            <p:ph type="sldNum" sz="quarter" idx="12"/>
          </p:nvPr>
        </p:nvSpPr>
        <p:spPr/>
        <p:txBody>
          <a:bodyPr/>
          <a:lstStyle/>
          <a:p>
            <a:fld id="{041AA252-0293-3747-89C5-33321DF125FA}" type="slidenum">
              <a:rPr lang="en-US" smtClean="0"/>
              <a:t>‹#›</a:t>
            </a:fld>
            <a:endParaRPr lang="en-US"/>
          </a:p>
        </p:txBody>
      </p:sp>
    </p:spTree>
    <p:extLst>
      <p:ext uri="{BB962C8B-B14F-4D97-AF65-F5344CB8AC3E}">
        <p14:creationId xmlns:p14="http://schemas.microsoft.com/office/powerpoint/2010/main" val="1878113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781E0E-711C-7F46-823A-395A7CFA738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D0A3AAE-AEC4-E04F-AC9B-581306BA575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3AE7F8-1A68-6442-B140-62876EBDA3CA}"/>
              </a:ext>
            </a:extLst>
          </p:cNvPr>
          <p:cNvSpPr>
            <a:spLocks noGrp="1"/>
          </p:cNvSpPr>
          <p:nvPr>
            <p:ph type="dt" sz="half" idx="10"/>
          </p:nvPr>
        </p:nvSpPr>
        <p:spPr/>
        <p:txBody>
          <a:bodyPr/>
          <a:lstStyle/>
          <a:p>
            <a:fld id="{CC13EB50-3048-44C9-A80D-46939908740E}" type="datetime1">
              <a:rPr lang="en-US" smtClean="0"/>
              <a:t>3/10/2021</a:t>
            </a:fld>
            <a:endParaRPr lang="en-US"/>
          </a:p>
        </p:txBody>
      </p:sp>
      <p:sp>
        <p:nvSpPr>
          <p:cNvPr id="5" name="Footer Placeholder 4">
            <a:extLst>
              <a:ext uri="{FF2B5EF4-FFF2-40B4-BE49-F238E27FC236}">
                <a16:creationId xmlns:a16="http://schemas.microsoft.com/office/drawing/2014/main" id="{5B289189-26FC-A241-BBBB-AE19C081C6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EEB252-B37C-AA4C-A2D0-6EF8178F9DD9}"/>
              </a:ext>
            </a:extLst>
          </p:cNvPr>
          <p:cNvSpPr>
            <a:spLocks noGrp="1"/>
          </p:cNvSpPr>
          <p:nvPr>
            <p:ph type="sldNum" sz="quarter" idx="12"/>
          </p:nvPr>
        </p:nvSpPr>
        <p:spPr/>
        <p:txBody>
          <a:bodyPr/>
          <a:lstStyle/>
          <a:p>
            <a:fld id="{041AA252-0293-3747-89C5-33321DF125FA}" type="slidenum">
              <a:rPr lang="en-US" smtClean="0"/>
              <a:t>‹#›</a:t>
            </a:fld>
            <a:endParaRPr lang="en-US"/>
          </a:p>
        </p:txBody>
      </p:sp>
    </p:spTree>
    <p:extLst>
      <p:ext uri="{BB962C8B-B14F-4D97-AF65-F5344CB8AC3E}">
        <p14:creationId xmlns:p14="http://schemas.microsoft.com/office/powerpoint/2010/main" val="2564977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E30397-816D-1640-9854-F8640A8E19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A052DC-9CD6-7E45-998E-2177CC8A0E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E95DE3-7737-8E4D-9F9D-59966F1E9D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E0E358-9C69-42EE-B653-E363AD030708}" type="datetime1">
              <a:rPr lang="en-US" smtClean="0"/>
              <a:t>3/10/2021</a:t>
            </a:fld>
            <a:endParaRPr lang="en-US"/>
          </a:p>
        </p:txBody>
      </p:sp>
      <p:sp>
        <p:nvSpPr>
          <p:cNvPr id="5" name="Footer Placeholder 4">
            <a:extLst>
              <a:ext uri="{FF2B5EF4-FFF2-40B4-BE49-F238E27FC236}">
                <a16:creationId xmlns:a16="http://schemas.microsoft.com/office/drawing/2014/main" id="{5280BC26-82B6-C642-8262-81D3609735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F638082-5509-4D41-A04B-5C7DF07868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1AA252-0293-3747-89C5-33321DF125FA}" type="slidenum">
              <a:rPr lang="en-US" smtClean="0"/>
              <a:t>‹#›</a:t>
            </a:fld>
            <a:endParaRPr lang="en-US"/>
          </a:p>
        </p:txBody>
      </p:sp>
    </p:spTree>
    <p:extLst>
      <p:ext uri="{BB962C8B-B14F-4D97-AF65-F5344CB8AC3E}">
        <p14:creationId xmlns:p14="http://schemas.microsoft.com/office/powerpoint/2010/main" val="27303862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75D16-E5E5-804D-B070-78FBD0BF499B}"/>
              </a:ext>
            </a:extLst>
          </p:cNvPr>
          <p:cNvSpPr>
            <a:spLocks noGrp="1"/>
          </p:cNvSpPr>
          <p:nvPr>
            <p:ph type="ctrTitle"/>
          </p:nvPr>
        </p:nvSpPr>
        <p:spPr>
          <a:xfrm>
            <a:off x="190500" y="704850"/>
            <a:ext cx="11696700" cy="3276600"/>
          </a:xfrm>
        </p:spPr>
        <p:txBody>
          <a:bodyPr>
            <a:normAutofit/>
          </a:bodyPr>
          <a:lstStyle/>
          <a:p>
            <a:r>
              <a:rPr lang="en-US" sz="6600" b="1"/>
              <a:t>BỔ SUNG TÍNH NĂNG CẬP NHẬT SAU MEETING 3/3/21</a:t>
            </a:r>
            <a:endParaRPr lang="en-US" sz="6600" b="1" dirty="0"/>
          </a:p>
        </p:txBody>
      </p:sp>
      <p:sp>
        <p:nvSpPr>
          <p:cNvPr id="3" name="Subtitle 2">
            <a:extLst>
              <a:ext uri="{FF2B5EF4-FFF2-40B4-BE49-F238E27FC236}">
                <a16:creationId xmlns:a16="http://schemas.microsoft.com/office/drawing/2014/main" id="{F77B4212-34DA-7949-8FB7-22CD23CCB9D6}"/>
              </a:ext>
            </a:extLst>
          </p:cNvPr>
          <p:cNvSpPr>
            <a:spLocks noGrp="1"/>
          </p:cNvSpPr>
          <p:nvPr>
            <p:ph type="subTitle" idx="1"/>
          </p:nvPr>
        </p:nvSpPr>
        <p:spPr>
          <a:xfrm>
            <a:off x="1524000" y="4248150"/>
            <a:ext cx="9144000" cy="1009650"/>
          </a:xfrm>
        </p:spPr>
        <p:txBody>
          <a:bodyPr/>
          <a:lstStyle/>
          <a:p>
            <a:r>
              <a:rPr lang="en-US"/>
              <a:t>SIMILAC PROJECT</a:t>
            </a:r>
            <a:endParaRPr lang="en-US" dirty="0"/>
          </a:p>
        </p:txBody>
      </p:sp>
      <p:sp>
        <p:nvSpPr>
          <p:cNvPr id="4" name="Slide Number Placeholder 3">
            <a:extLst>
              <a:ext uri="{FF2B5EF4-FFF2-40B4-BE49-F238E27FC236}">
                <a16:creationId xmlns:a16="http://schemas.microsoft.com/office/drawing/2014/main" id="{57E03128-736F-411C-91E0-84559884B960}"/>
              </a:ext>
            </a:extLst>
          </p:cNvPr>
          <p:cNvSpPr>
            <a:spLocks noGrp="1"/>
          </p:cNvSpPr>
          <p:nvPr>
            <p:ph type="sldNum" sz="quarter" idx="12"/>
          </p:nvPr>
        </p:nvSpPr>
        <p:spPr/>
        <p:txBody>
          <a:bodyPr/>
          <a:lstStyle/>
          <a:p>
            <a:fld id="{041AA252-0293-3747-89C5-33321DF125FA}" type="slidenum">
              <a:rPr lang="en-US" smtClean="0"/>
              <a:t>1</a:t>
            </a:fld>
            <a:endParaRPr lang="en-US"/>
          </a:p>
        </p:txBody>
      </p:sp>
    </p:spTree>
    <p:extLst>
      <p:ext uri="{BB962C8B-B14F-4D97-AF65-F5344CB8AC3E}">
        <p14:creationId xmlns:p14="http://schemas.microsoft.com/office/powerpoint/2010/main" val="3843956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75D16-E5E5-804D-B070-78FBD0BF499B}"/>
              </a:ext>
            </a:extLst>
          </p:cNvPr>
          <p:cNvSpPr>
            <a:spLocks noGrp="1"/>
          </p:cNvSpPr>
          <p:nvPr>
            <p:ph type="ctrTitle"/>
          </p:nvPr>
        </p:nvSpPr>
        <p:spPr/>
        <p:txBody>
          <a:bodyPr/>
          <a:lstStyle/>
          <a:p>
            <a:r>
              <a:rPr lang="en-US" b="1" dirty="0"/>
              <a:t>OTP ĐĂNG KÝ.</a:t>
            </a:r>
            <a:br>
              <a:rPr lang="en-US" b="1" dirty="0"/>
            </a:br>
            <a:r>
              <a:rPr lang="en-US" b="1" dirty="0"/>
              <a:t>ĐĂNG NHẬP HUB SIMILAC</a:t>
            </a:r>
          </a:p>
        </p:txBody>
      </p:sp>
      <p:sp>
        <p:nvSpPr>
          <p:cNvPr id="3" name="Subtitle 2">
            <a:extLst>
              <a:ext uri="{FF2B5EF4-FFF2-40B4-BE49-F238E27FC236}">
                <a16:creationId xmlns:a16="http://schemas.microsoft.com/office/drawing/2014/main" id="{F77B4212-34DA-7949-8FB7-22CD23CCB9D6}"/>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id="{67EA6984-838B-42AB-B88D-ED4D32998B6E}"/>
              </a:ext>
            </a:extLst>
          </p:cNvPr>
          <p:cNvSpPr>
            <a:spLocks noGrp="1"/>
          </p:cNvSpPr>
          <p:nvPr>
            <p:ph type="sldNum" sz="quarter" idx="12"/>
          </p:nvPr>
        </p:nvSpPr>
        <p:spPr/>
        <p:txBody>
          <a:bodyPr/>
          <a:lstStyle/>
          <a:p>
            <a:fld id="{041AA252-0293-3747-89C5-33321DF125FA}" type="slidenum">
              <a:rPr lang="en-US" smtClean="0"/>
              <a:t>2</a:t>
            </a:fld>
            <a:endParaRPr lang="en-US"/>
          </a:p>
        </p:txBody>
      </p:sp>
    </p:spTree>
    <p:extLst>
      <p:ext uri="{BB962C8B-B14F-4D97-AF65-F5344CB8AC3E}">
        <p14:creationId xmlns:p14="http://schemas.microsoft.com/office/powerpoint/2010/main" val="285416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ECBB617-93E3-2B44-9021-12EABBD0C2AD}"/>
              </a:ext>
            </a:extLst>
          </p:cNvPr>
          <p:cNvSpPr txBox="1"/>
          <p:nvPr/>
        </p:nvSpPr>
        <p:spPr>
          <a:xfrm>
            <a:off x="6537044" y="992347"/>
            <a:ext cx="4979624" cy="923330"/>
          </a:xfrm>
          <a:prstGeom prst="rect">
            <a:avLst/>
          </a:prstGeom>
          <a:noFill/>
        </p:spPr>
        <p:txBody>
          <a:bodyPr wrap="square" rtlCol="0">
            <a:spAutoFit/>
          </a:bodyPr>
          <a:lstStyle/>
          <a:p>
            <a:pPr marL="285750" indent="-285750">
              <a:buFontTx/>
              <a:buChar char="-"/>
            </a:pPr>
            <a:endParaRPr lang="en-US" dirty="0"/>
          </a:p>
          <a:p>
            <a:pPr marL="285750" indent="-285750">
              <a:buFontTx/>
              <a:buChar char="-"/>
            </a:pPr>
            <a:endParaRPr lang="en-US" dirty="0"/>
          </a:p>
          <a:p>
            <a:pPr marL="285750" indent="-285750">
              <a:buFontTx/>
              <a:buChar char="-"/>
            </a:pPr>
            <a:endParaRPr lang="en-US" dirty="0"/>
          </a:p>
        </p:txBody>
      </p:sp>
      <p:pic>
        <p:nvPicPr>
          <p:cNvPr id="7" name="Content Placeholder 6">
            <a:extLst>
              <a:ext uri="{FF2B5EF4-FFF2-40B4-BE49-F238E27FC236}">
                <a16:creationId xmlns:a16="http://schemas.microsoft.com/office/drawing/2014/main" id="{F87A2337-51F3-4680-98F3-3B84193F1A1E}"/>
              </a:ext>
            </a:extLst>
          </p:cNvPr>
          <p:cNvPicPr>
            <a:picLocks noGrp="1" noChangeAspect="1"/>
          </p:cNvPicPr>
          <p:nvPr>
            <p:ph sz="half" idx="2"/>
          </p:nvPr>
        </p:nvPicPr>
        <p:blipFill>
          <a:blip r:embed="rId2"/>
          <a:stretch>
            <a:fillRect/>
          </a:stretch>
        </p:blipFill>
        <p:spPr>
          <a:xfrm>
            <a:off x="939873" y="1454012"/>
            <a:ext cx="2089310" cy="4351338"/>
          </a:xfrm>
        </p:spPr>
      </p:pic>
      <p:pic>
        <p:nvPicPr>
          <p:cNvPr id="10" name="Picture 9">
            <a:extLst>
              <a:ext uri="{FF2B5EF4-FFF2-40B4-BE49-F238E27FC236}">
                <a16:creationId xmlns:a16="http://schemas.microsoft.com/office/drawing/2014/main" id="{D6656FC7-6A37-4943-B6DA-921602786D23}"/>
              </a:ext>
            </a:extLst>
          </p:cNvPr>
          <p:cNvPicPr>
            <a:picLocks noChangeAspect="1"/>
          </p:cNvPicPr>
          <p:nvPr/>
        </p:nvPicPr>
        <p:blipFill>
          <a:blip r:embed="rId3"/>
          <a:stretch>
            <a:fillRect/>
          </a:stretch>
        </p:blipFill>
        <p:spPr>
          <a:xfrm>
            <a:off x="3234945" y="1454012"/>
            <a:ext cx="2089890" cy="4352544"/>
          </a:xfrm>
          <a:prstGeom prst="rect">
            <a:avLst/>
          </a:prstGeom>
        </p:spPr>
      </p:pic>
      <p:sp>
        <p:nvSpPr>
          <p:cNvPr id="15" name="Title 1">
            <a:extLst>
              <a:ext uri="{FF2B5EF4-FFF2-40B4-BE49-F238E27FC236}">
                <a16:creationId xmlns:a16="http://schemas.microsoft.com/office/drawing/2014/main" id="{548C3F48-DABF-4818-8690-B03D97561ACB}"/>
              </a:ext>
            </a:extLst>
          </p:cNvPr>
          <p:cNvSpPr>
            <a:spLocks noGrp="1"/>
          </p:cNvSpPr>
          <p:nvPr>
            <p:ph type="title"/>
          </p:nvPr>
        </p:nvSpPr>
        <p:spPr>
          <a:xfrm>
            <a:off x="476250" y="-266699"/>
            <a:ext cx="10877550" cy="1957388"/>
          </a:xfrm>
        </p:spPr>
        <p:txBody>
          <a:bodyPr/>
          <a:lstStyle/>
          <a:p>
            <a:r>
              <a:rPr lang="en-US"/>
              <a:t>Chi tiết màn hình “Điều khoản chương trình”-1</a:t>
            </a:r>
            <a:endParaRPr lang="en-US" dirty="0"/>
          </a:p>
        </p:txBody>
      </p:sp>
      <p:sp>
        <p:nvSpPr>
          <p:cNvPr id="18" name="TextBox 17">
            <a:extLst>
              <a:ext uri="{FF2B5EF4-FFF2-40B4-BE49-F238E27FC236}">
                <a16:creationId xmlns:a16="http://schemas.microsoft.com/office/drawing/2014/main" id="{32398839-D96F-42BC-B783-D240A40A7525}"/>
              </a:ext>
            </a:extLst>
          </p:cNvPr>
          <p:cNvSpPr txBox="1"/>
          <p:nvPr/>
        </p:nvSpPr>
        <p:spPr>
          <a:xfrm>
            <a:off x="5779511" y="1451569"/>
            <a:ext cx="5472615" cy="3600986"/>
          </a:xfrm>
          <a:prstGeom prst="rect">
            <a:avLst/>
          </a:prstGeom>
          <a:noFill/>
        </p:spPr>
        <p:txBody>
          <a:bodyPr wrap="square" rtlCol="0">
            <a:spAutoFit/>
          </a:bodyPr>
          <a:lstStyle/>
          <a:p>
            <a:pPr marL="342900" indent="-342900">
              <a:buFont typeface="+mj-lt"/>
              <a:buAutoNum type="arabicPeriod"/>
            </a:pPr>
            <a:r>
              <a:rPr lang="en-US" b="1" u="sng"/>
              <a:t>Nội dung E-consent</a:t>
            </a:r>
          </a:p>
          <a:p>
            <a:r>
              <a:rPr lang="en-US" sz="1400">
                <a:latin typeface="Calibri (Body)"/>
              </a:rPr>
              <a:t>“</a:t>
            </a:r>
            <a:r>
              <a:rPr lang="vi-VN" sz="1400">
                <a:latin typeface="Calibri (Body)"/>
              </a:rPr>
              <a:t>Chào mừng Quý Chuyên viên y tế tham gia cộng đồng nữ hộ sinh Việt Nam cổng thông tin tổng hợp hữu ích dành riêng cho nhân viên hộ sinh trên cả nước.</a:t>
            </a:r>
          </a:p>
          <a:p>
            <a:endParaRPr lang="vi-VN" sz="1400">
              <a:latin typeface="+mj-lt"/>
            </a:endParaRPr>
          </a:p>
          <a:p>
            <a:r>
              <a:rPr lang="vi-VN" sz="1400">
                <a:latin typeface="Calibri (Body)"/>
              </a:rPr>
              <a:t>Ngoài việc nhận được những thông tin hữu ích về kiến thức trong lĩnh vực dinh dưỡng Sản và Nhi, cộng đồng nữ hộ sinh còn nhận được thư mời trực tuyến tham dự các khóa đào tạo nghiệp vụ và cập nhật kiến thức chuyên môn từ các Chuyên gia, Bác sĩ Sản phụ khoa và Dinh dưỡng đầu ngành; cơ hội tham gia các hoạt động tương tác với sự tài trợ của nhãn hàng Similac, Abbott Việt Nam.</a:t>
            </a:r>
          </a:p>
          <a:p>
            <a:endParaRPr lang="vi-VN" sz="1400">
              <a:latin typeface="+mj-lt"/>
            </a:endParaRPr>
          </a:p>
          <a:p>
            <a:r>
              <a:rPr lang="vi-VN" sz="1400">
                <a:latin typeface="Calibri (Body)"/>
              </a:rPr>
              <a:t>Để tiếp tục trải nghiệm các hoạt động trong cộng đồng, xin vui lòng đồng ý với </a:t>
            </a:r>
            <a:r>
              <a:rPr lang="vi-VN" sz="1400" u="sng">
                <a:solidFill>
                  <a:srgbClr val="0000FF"/>
                </a:solidFill>
                <a:latin typeface="Calibri (Body)"/>
              </a:rPr>
              <a:t>Điều khoản chương trình </a:t>
            </a:r>
          </a:p>
          <a:p>
            <a:r>
              <a:rPr lang="vi-VN" sz="1400">
                <a:latin typeface="Calibri (Body)"/>
              </a:rPr>
              <a:t>hoặc truy cập website </a:t>
            </a:r>
            <a:r>
              <a:rPr lang="vi-VN" sz="1400">
                <a:solidFill>
                  <a:srgbClr val="0000FF"/>
                </a:solidFill>
                <a:latin typeface="Calibri (Body)"/>
              </a:rPr>
              <a:t>https://similac.com.vn/ </a:t>
            </a:r>
            <a:r>
              <a:rPr lang="vi-VN" sz="1400">
                <a:latin typeface="Calibri (Body)"/>
              </a:rPr>
              <a:t>để biết thêm thông tin chi tiết</a:t>
            </a:r>
            <a:r>
              <a:rPr lang="en-US" sz="1400">
                <a:latin typeface="Calibri (Body)"/>
              </a:rPr>
              <a:t>”</a:t>
            </a:r>
            <a:endParaRPr lang="en-US" sz="1400" dirty="0"/>
          </a:p>
        </p:txBody>
      </p:sp>
      <p:sp>
        <p:nvSpPr>
          <p:cNvPr id="20" name="TextBox 19">
            <a:extLst>
              <a:ext uri="{FF2B5EF4-FFF2-40B4-BE49-F238E27FC236}">
                <a16:creationId xmlns:a16="http://schemas.microsoft.com/office/drawing/2014/main" id="{1413D74D-0895-4F60-BE85-E4AD0DAA4CCA}"/>
              </a:ext>
            </a:extLst>
          </p:cNvPr>
          <p:cNvSpPr txBox="1"/>
          <p:nvPr/>
        </p:nvSpPr>
        <p:spPr>
          <a:xfrm>
            <a:off x="499291" y="3507629"/>
            <a:ext cx="301686" cy="369332"/>
          </a:xfrm>
          <a:prstGeom prst="rect">
            <a:avLst/>
          </a:prstGeom>
          <a:noFill/>
        </p:spPr>
        <p:txBody>
          <a:bodyPr wrap="none" rtlCol="0">
            <a:spAutoFit/>
          </a:bodyPr>
          <a:lstStyle/>
          <a:p>
            <a:r>
              <a:rPr lang="en-US" dirty="0">
                <a:solidFill>
                  <a:srgbClr val="FF0000"/>
                </a:solidFill>
              </a:rPr>
              <a:t>1</a:t>
            </a:r>
          </a:p>
        </p:txBody>
      </p:sp>
      <p:cxnSp>
        <p:nvCxnSpPr>
          <p:cNvPr id="21" name="Straight Arrow Connector 20">
            <a:extLst>
              <a:ext uri="{FF2B5EF4-FFF2-40B4-BE49-F238E27FC236}">
                <a16:creationId xmlns:a16="http://schemas.microsoft.com/office/drawing/2014/main" id="{02FB86A1-30FE-4C59-93EE-C4EAFC82CD45}"/>
              </a:ext>
            </a:extLst>
          </p:cNvPr>
          <p:cNvCxnSpPr/>
          <p:nvPr/>
        </p:nvCxnSpPr>
        <p:spPr>
          <a:xfrm>
            <a:off x="825524" y="3744657"/>
            <a:ext cx="385591" cy="184666"/>
          </a:xfrm>
          <a:prstGeom prst="straightConnector1">
            <a:avLst/>
          </a:prstGeom>
          <a:ln>
            <a:solidFill>
              <a:srgbClr val="FF0000"/>
            </a:solidFill>
            <a:tailEnd type="triangle"/>
          </a:ln>
        </p:spPr>
        <p:style>
          <a:lnRef idx="2">
            <a:schemeClr val="accent6"/>
          </a:lnRef>
          <a:fillRef idx="0">
            <a:schemeClr val="accent6"/>
          </a:fillRef>
          <a:effectRef idx="1">
            <a:schemeClr val="accent6"/>
          </a:effectRef>
          <a:fontRef idx="minor">
            <a:schemeClr val="tx1"/>
          </a:fontRef>
        </p:style>
      </p:cxnSp>
      <p:sp>
        <p:nvSpPr>
          <p:cNvPr id="2" name="Slide Number Placeholder 1">
            <a:extLst>
              <a:ext uri="{FF2B5EF4-FFF2-40B4-BE49-F238E27FC236}">
                <a16:creationId xmlns:a16="http://schemas.microsoft.com/office/drawing/2014/main" id="{353F8306-2E0B-4181-AFED-5A8E4C432DC5}"/>
              </a:ext>
            </a:extLst>
          </p:cNvPr>
          <p:cNvSpPr>
            <a:spLocks noGrp="1"/>
          </p:cNvSpPr>
          <p:nvPr>
            <p:ph type="sldNum" sz="quarter" idx="12"/>
          </p:nvPr>
        </p:nvSpPr>
        <p:spPr/>
        <p:txBody>
          <a:bodyPr/>
          <a:lstStyle/>
          <a:p>
            <a:fld id="{041AA252-0293-3747-89C5-33321DF125FA}" type="slidenum">
              <a:rPr lang="en-US" smtClean="0"/>
              <a:t>3</a:t>
            </a:fld>
            <a:endParaRPr lang="en-US"/>
          </a:p>
        </p:txBody>
      </p:sp>
    </p:spTree>
    <p:extLst>
      <p:ext uri="{BB962C8B-B14F-4D97-AF65-F5344CB8AC3E}">
        <p14:creationId xmlns:p14="http://schemas.microsoft.com/office/powerpoint/2010/main" val="2733865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ECBB617-93E3-2B44-9021-12EABBD0C2AD}"/>
              </a:ext>
            </a:extLst>
          </p:cNvPr>
          <p:cNvSpPr txBox="1"/>
          <p:nvPr/>
        </p:nvSpPr>
        <p:spPr>
          <a:xfrm>
            <a:off x="6537044" y="992347"/>
            <a:ext cx="4979624" cy="923330"/>
          </a:xfrm>
          <a:prstGeom prst="rect">
            <a:avLst/>
          </a:prstGeom>
          <a:noFill/>
        </p:spPr>
        <p:txBody>
          <a:bodyPr wrap="square" rtlCol="0">
            <a:spAutoFit/>
          </a:bodyPr>
          <a:lstStyle/>
          <a:p>
            <a:pPr marL="285750" indent="-285750">
              <a:buFontTx/>
              <a:buChar char="-"/>
            </a:pPr>
            <a:endParaRPr lang="en-US" dirty="0"/>
          </a:p>
          <a:p>
            <a:pPr marL="285750" indent="-285750">
              <a:buFontTx/>
              <a:buChar char="-"/>
            </a:pPr>
            <a:endParaRPr lang="en-US" dirty="0"/>
          </a:p>
          <a:p>
            <a:pPr marL="285750" indent="-285750">
              <a:buFontTx/>
              <a:buChar char="-"/>
            </a:pPr>
            <a:endParaRPr lang="en-US" dirty="0"/>
          </a:p>
        </p:txBody>
      </p:sp>
      <p:pic>
        <p:nvPicPr>
          <p:cNvPr id="7" name="Content Placeholder 6">
            <a:extLst>
              <a:ext uri="{FF2B5EF4-FFF2-40B4-BE49-F238E27FC236}">
                <a16:creationId xmlns:a16="http://schemas.microsoft.com/office/drawing/2014/main" id="{F87A2337-51F3-4680-98F3-3B84193F1A1E}"/>
              </a:ext>
            </a:extLst>
          </p:cNvPr>
          <p:cNvPicPr>
            <a:picLocks noGrp="1" noChangeAspect="1"/>
          </p:cNvPicPr>
          <p:nvPr>
            <p:ph sz="half" idx="2"/>
          </p:nvPr>
        </p:nvPicPr>
        <p:blipFill>
          <a:blip r:embed="rId2"/>
          <a:stretch>
            <a:fillRect/>
          </a:stretch>
        </p:blipFill>
        <p:spPr>
          <a:xfrm>
            <a:off x="417329" y="1451569"/>
            <a:ext cx="2089310" cy="4351338"/>
          </a:xfrm>
        </p:spPr>
      </p:pic>
      <p:grpSp>
        <p:nvGrpSpPr>
          <p:cNvPr id="17" name="Group 16">
            <a:extLst>
              <a:ext uri="{FF2B5EF4-FFF2-40B4-BE49-F238E27FC236}">
                <a16:creationId xmlns:a16="http://schemas.microsoft.com/office/drawing/2014/main" id="{F206430C-E06E-4BE5-AA2C-75FC94362E66}"/>
              </a:ext>
            </a:extLst>
          </p:cNvPr>
          <p:cNvGrpSpPr/>
          <p:nvPr/>
        </p:nvGrpSpPr>
        <p:grpSpPr>
          <a:xfrm>
            <a:off x="2643566" y="1451569"/>
            <a:ext cx="2225040" cy="4352544"/>
            <a:chOff x="2842260" y="1063696"/>
            <a:chExt cx="2225040" cy="4352544"/>
          </a:xfrm>
        </p:grpSpPr>
        <p:pic>
          <p:nvPicPr>
            <p:cNvPr id="10" name="Picture 9">
              <a:extLst>
                <a:ext uri="{FF2B5EF4-FFF2-40B4-BE49-F238E27FC236}">
                  <a16:creationId xmlns:a16="http://schemas.microsoft.com/office/drawing/2014/main" id="{D6656FC7-6A37-4943-B6DA-921602786D23}"/>
                </a:ext>
              </a:extLst>
            </p:cNvPr>
            <p:cNvPicPr>
              <a:picLocks noChangeAspect="1"/>
            </p:cNvPicPr>
            <p:nvPr/>
          </p:nvPicPr>
          <p:blipFill>
            <a:blip r:embed="rId3"/>
            <a:stretch>
              <a:fillRect/>
            </a:stretch>
          </p:blipFill>
          <p:spPr>
            <a:xfrm>
              <a:off x="2911095" y="1063696"/>
              <a:ext cx="2089890" cy="4352544"/>
            </a:xfrm>
            <a:prstGeom prst="rect">
              <a:avLst/>
            </a:prstGeom>
          </p:spPr>
        </p:pic>
        <p:sp>
          <p:nvSpPr>
            <p:cNvPr id="13" name="Rectangle 12">
              <a:extLst>
                <a:ext uri="{FF2B5EF4-FFF2-40B4-BE49-F238E27FC236}">
                  <a16:creationId xmlns:a16="http://schemas.microsoft.com/office/drawing/2014/main" id="{B5E1BB3E-2492-4E5A-AD12-6B348B40C619}"/>
                </a:ext>
              </a:extLst>
            </p:cNvPr>
            <p:cNvSpPr/>
            <p:nvPr/>
          </p:nvSpPr>
          <p:spPr>
            <a:xfrm>
              <a:off x="2842260" y="4099560"/>
              <a:ext cx="2225040" cy="19701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itle 1">
            <a:extLst>
              <a:ext uri="{FF2B5EF4-FFF2-40B4-BE49-F238E27FC236}">
                <a16:creationId xmlns:a16="http://schemas.microsoft.com/office/drawing/2014/main" id="{548C3F48-DABF-4818-8690-B03D97561ACB}"/>
              </a:ext>
            </a:extLst>
          </p:cNvPr>
          <p:cNvSpPr>
            <a:spLocks noGrp="1"/>
          </p:cNvSpPr>
          <p:nvPr>
            <p:ph type="title"/>
          </p:nvPr>
        </p:nvSpPr>
        <p:spPr>
          <a:xfrm>
            <a:off x="249716" y="-127315"/>
            <a:ext cx="11104084" cy="1818003"/>
          </a:xfrm>
        </p:spPr>
        <p:txBody>
          <a:bodyPr/>
          <a:lstStyle/>
          <a:p>
            <a:r>
              <a:rPr lang="en-US"/>
              <a:t>Chi tiết màn hình “Điều khoản chương trình”-2</a:t>
            </a:r>
            <a:endParaRPr lang="en-US" dirty="0"/>
          </a:p>
        </p:txBody>
      </p:sp>
      <p:sp>
        <p:nvSpPr>
          <p:cNvPr id="18" name="TextBox 17">
            <a:extLst>
              <a:ext uri="{FF2B5EF4-FFF2-40B4-BE49-F238E27FC236}">
                <a16:creationId xmlns:a16="http://schemas.microsoft.com/office/drawing/2014/main" id="{32398839-D96F-42BC-B783-D240A40A7525}"/>
              </a:ext>
            </a:extLst>
          </p:cNvPr>
          <p:cNvSpPr txBox="1"/>
          <p:nvPr/>
        </p:nvSpPr>
        <p:spPr>
          <a:xfrm>
            <a:off x="5001220" y="1451569"/>
            <a:ext cx="6941064" cy="5355312"/>
          </a:xfrm>
          <a:prstGeom prst="rect">
            <a:avLst/>
          </a:prstGeom>
          <a:noFill/>
        </p:spPr>
        <p:txBody>
          <a:bodyPr wrap="square" rtlCol="0">
            <a:spAutoFit/>
          </a:bodyPr>
          <a:lstStyle/>
          <a:p>
            <a:r>
              <a:rPr lang="en-US" b="1"/>
              <a:t>2. Click vào “Điều khoản chương trình” (trong nội dung content) </a:t>
            </a:r>
            <a:r>
              <a:rPr lang="en-US" b="1">
                <a:sym typeface="Wingdings" panose="05000000000000000000" pitchFamily="2" charset="2"/>
              </a:rPr>
              <a:t> Dẫn đến màn hình chi tiết </a:t>
            </a:r>
            <a:r>
              <a:rPr lang="en-US" b="1">
                <a:solidFill>
                  <a:srgbClr val="0000FF"/>
                </a:solidFill>
                <a:sym typeface="Wingdings" panose="05000000000000000000" pitchFamily="2" charset="2"/>
              </a:rPr>
              <a:t>nội dung điều khoản</a:t>
            </a:r>
            <a:r>
              <a:rPr lang="en-US" b="1">
                <a:sym typeface="Wingdings" panose="05000000000000000000" pitchFamily="2" charset="2"/>
              </a:rPr>
              <a:t>.</a:t>
            </a:r>
          </a:p>
          <a:p>
            <a:r>
              <a:rPr lang="en-US" b="1" i="1">
                <a:sym typeface="Wingdings" panose="05000000000000000000" pitchFamily="2" charset="2"/>
              </a:rPr>
              <a:t>*User có thể quay lại màn hình e-consent để tick vào các ô đồng ý xác nhận thông tin e-consent.</a:t>
            </a:r>
          </a:p>
          <a:p>
            <a:endParaRPr lang="en-US" sz="1600"/>
          </a:p>
          <a:p>
            <a:r>
              <a:rPr lang="en-US" sz="1600" b="1" u="sng"/>
              <a:t>Nội dung điều khoản</a:t>
            </a:r>
            <a:r>
              <a:rPr lang="en-US" sz="1600" b="1"/>
              <a:t>:</a:t>
            </a:r>
          </a:p>
          <a:p>
            <a:r>
              <a:rPr lang="en-US" sz="1400"/>
              <a:t>“</a:t>
            </a:r>
            <a:r>
              <a:rPr lang="vi-VN" sz="1400">
                <a:latin typeface="Calibri (Body)"/>
              </a:rPr>
              <a:t>Chương trình này chỉ dành cho cá nhân hoặc tổ chức đã/ đang được mời tham dự. Nếu quý vị không phải đối tượng được mời, vui lòng không tham dự chương trình này. Quý vị vui lòng không được phổ biến, chuyển hoặc sao chép bất kỳ thông tin nào liên quan đến chương trình.</a:t>
            </a:r>
          </a:p>
          <a:p>
            <a:r>
              <a:rPr lang="vi-VN" sz="1400"/>
              <a:t>  </a:t>
            </a:r>
          </a:p>
          <a:p>
            <a:r>
              <a:rPr lang="en-US" sz="1400">
                <a:latin typeface="Calibri (Body)"/>
                <a:sym typeface="Wingdings" panose="05000000000000000000" pitchFamily="2" charset="2"/>
              </a:rPr>
              <a:t></a:t>
            </a:r>
            <a:r>
              <a:rPr lang="vi-VN" sz="1400">
                <a:latin typeface="Calibri (Body)"/>
              </a:rPr>
              <a:t> Bạn chấp nhận và đồng ý với Điều khoản sử dụng và Chính sách bảo mật của Abbott. Bạn đồng ý (i) Abbott thu thập, sử dụng, chuyển, và/hoặc xử lý thông tin cá nhân của bạn cung cấp trên trang này nhằm mục đích sử dụng cho chương trình này và/hoặc các chương trình trong tương lai; (ii) Abbott ghi âm lại buổi hội thảo trực tuyến bằng bất kỳ dạng thức nào, bao gồm quyền lưu trữ, lưu chuyển và sử dụng vô thời hạn những bản ghi này dùng trong nội bộ hoặc bên ngoài. </a:t>
            </a:r>
          </a:p>
          <a:p>
            <a:r>
              <a:rPr lang="en-US" sz="1400">
                <a:latin typeface="Calibri (Body)"/>
                <a:sym typeface="Wingdings" panose="05000000000000000000" pitchFamily="2" charset="2"/>
              </a:rPr>
              <a:t></a:t>
            </a:r>
            <a:r>
              <a:rPr lang="vi-VN" sz="1400">
                <a:latin typeface="Calibri (Body)"/>
              </a:rPr>
              <a:t> Bạn đồng ý được liên hệ qua điện thoại, email, tin nhắn bởi Abbott và các công ty thành viên, nhà cung cấp/bên thứ ba được ủy quyển thực hiện các hoạt động liên quan đến hoạt động tiếp thị sản phẩm và/hoặc dịch vụ của Abbott.</a:t>
            </a:r>
          </a:p>
          <a:p>
            <a:r>
              <a:rPr lang="vi-VN" sz="1400">
                <a:latin typeface="Calibri (Body)"/>
              </a:rPr>
              <a:t> </a:t>
            </a:r>
          </a:p>
          <a:p>
            <a:r>
              <a:rPr lang="vi-VN" sz="1400">
                <a:latin typeface="Calibri (Body)"/>
              </a:rPr>
              <a:t>Bạn có thể truy cập và/hoặc thay đổi thông tin cá nhân của bạn bằng văn bản hoặc các hình thức có trong chính sách riêng tư của Abbott</a:t>
            </a:r>
            <a:r>
              <a:rPr lang="en-US" sz="1400">
                <a:latin typeface="Calibri (Body)"/>
              </a:rPr>
              <a:t>”</a:t>
            </a:r>
            <a:endParaRPr lang="en-US" sz="1400" dirty="0"/>
          </a:p>
        </p:txBody>
      </p:sp>
      <p:sp>
        <p:nvSpPr>
          <p:cNvPr id="12" name="TextBox 11">
            <a:extLst>
              <a:ext uri="{FF2B5EF4-FFF2-40B4-BE49-F238E27FC236}">
                <a16:creationId xmlns:a16="http://schemas.microsoft.com/office/drawing/2014/main" id="{CEB00AAD-19E8-463B-8D8B-7D330CAAF71C}"/>
              </a:ext>
            </a:extLst>
          </p:cNvPr>
          <p:cNvSpPr txBox="1"/>
          <p:nvPr/>
        </p:nvSpPr>
        <p:spPr>
          <a:xfrm>
            <a:off x="4835448" y="3894424"/>
            <a:ext cx="1751007" cy="369332"/>
          </a:xfrm>
          <a:prstGeom prst="rect">
            <a:avLst/>
          </a:prstGeom>
          <a:noFill/>
        </p:spPr>
        <p:txBody>
          <a:bodyPr wrap="square" rtlCol="0">
            <a:spAutoFit/>
          </a:bodyPr>
          <a:lstStyle/>
          <a:p>
            <a:r>
              <a:rPr lang="en-US" dirty="0">
                <a:solidFill>
                  <a:srgbClr val="FF0000"/>
                </a:solidFill>
              </a:rPr>
              <a:t>2</a:t>
            </a:r>
          </a:p>
        </p:txBody>
      </p:sp>
      <p:cxnSp>
        <p:nvCxnSpPr>
          <p:cNvPr id="20" name="Straight Arrow Connector 19">
            <a:extLst>
              <a:ext uri="{FF2B5EF4-FFF2-40B4-BE49-F238E27FC236}">
                <a16:creationId xmlns:a16="http://schemas.microsoft.com/office/drawing/2014/main" id="{D0D0AA19-4750-4E8C-9C66-1F3CE4EEF4DF}"/>
              </a:ext>
            </a:extLst>
          </p:cNvPr>
          <p:cNvCxnSpPr>
            <a:cxnSpLocks/>
          </p:cNvCxnSpPr>
          <p:nvPr/>
        </p:nvCxnSpPr>
        <p:spPr>
          <a:xfrm flipH="1">
            <a:off x="4040055" y="4185750"/>
            <a:ext cx="795393" cy="423315"/>
          </a:xfrm>
          <a:prstGeom prst="straightConnector1">
            <a:avLst/>
          </a:prstGeom>
          <a:ln>
            <a:solidFill>
              <a:srgbClr val="FF0000"/>
            </a:solidFill>
            <a:tailEnd type="triangle"/>
          </a:ln>
        </p:spPr>
        <p:style>
          <a:lnRef idx="2">
            <a:schemeClr val="accent6"/>
          </a:lnRef>
          <a:fillRef idx="0">
            <a:schemeClr val="accent6"/>
          </a:fillRef>
          <a:effectRef idx="1">
            <a:schemeClr val="accent6"/>
          </a:effectRef>
          <a:fontRef idx="minor">
            <a:schemeClr val="tx1"/>
          </a:fontRef>
        </p:style>
      </p:cxnSp>
      <p:sp>
        <p:nvSpPr>
          <p:cNvPr id="2" name="Slide Number Placeholder 1">
            <a:extLst>
              <a:ext uri="{FF2B5EF4-FFF2-40B4-BE49-F238E27FC236}">
                <a16:creationId xmlns:a16="http://schemas.microsoft.com/office/drawing/2014/main" id="{CC63E3FA-A6B8-4100-8F78-5AAB5245514A}"/>
              </a:ext>
            </a:extLst>
          </p:cNvPr>
          <p:cNvSpPr>
            <a:spLocks noGrp="1"/>
          </p:cNvSpPr>
          <p:nvPr>
            <p:ph type="sldNum" sz="quarter" idx="12"/>
          </p:nvPr>
        </p:nvSpPr>
        <p:spPr/>
        <p:txBody>
          <a:bodyPr/>
          <a:lstStyle/>
          <a:p>
            <a:fld id="{041AA252-0293-3747-89C5-33321DF125FA}" type="slidenum">
              <a:rPr lang="en-US" smtClean="0"/>
              <a:t>4</a:t>
            </a:fld>
            <a:endParaRPr lang="en-US"/>
          </a:p>
        </p:txBody>
      </p:sp>
    </p:spTree>
    <p:extLst>
      <p:ext uri="{BB962C8B-B14F-4D97-AF65-F5344CB8AC3E}">
        <p14:creationId xmlns:p14="http://schemas.microsoft.com/office/powerpoint/2010/main" val="78087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ECBB617-93E3-2B44-9021-12EABBD0C2AD}"/>
              </a:ext>
            </a:extLst>
          </p:cNvPr>
          <p:cNvSpPr txBox="1"/>
          <p:nvPr/>
        </p:nvSpPr>
        <p:spPr>
          <a:xfrm>
            <a:off x="6537044" y="992347"/>
            <a:ext cx="4979624" cy="923330"/>
          </a:xfrm>
          <a:prstGeom prst="rect">
            <a:avLst/>
          </a:prstGeom>
          <a:noFill/>
        </p:spPr>
        <p:txBody>
          <a:bodyPr wrap="square" rtlCol="0">
            <a:spAutoFit/>
          </a:bodyPr>
          <a:lstStyle/>
          <a:p>
            <a:pPr marL="285750" indent="-285750">
              <a:buFontTx/>
              <a:buChar char="-"/>
            </a:pPr>
            <a:endParaRPr lang="en-US" dirty="0"/>
          </a:p>
          <a:p>
            <a:pPr marL="285750" indent="-285750">
              <a:buFontTx/>
              <a:buChar char="-"/>
            </a:pPr>
            <a:endParaRPr lang="en-US" dirty="0"/>
          </a:p>
          <a:p>
            <a:pPr marL="285750" indent="-285750">
              <a:buFontTx/>
              <a:buChar char="-"/>
            </a:pPr>
            <a:endParaRPr lang="en-US" dirty="0"/>
          </a:p>
        </p:txBody>
      </p:sp>
      <p:pic>
        <p:nvPicPr>
          <p:cNvPr id="7" name="Content Placeholder 6">
            <a:extLst>
              <a:ext uri="{FF2B5EF4-FFF2-40B4-BE49-F238E27FC236}">
                <a16:creationId xmlns:a16="http://schemas.microsoft.com/office/drawing/2014/main" id="{F87A2337-51F3-4680-98F3-3B84193F1A1E}"/>
              </a:ext>
            </a:extLst>
          </p:cNvPr>
          <p:cNvPicPr>
            <a:picLocks noGrp="1" noChangeAspect="1"/>
          </p:cNvPicPr>
          <p:nvPr>
            <p:ph sz="half" idx="2"/>
          </p:nvPr>
        </p:nvPicPr>
        <p:blipFill>
          <a:blip r:embed="rId2"/>
          <a:stretch>
            <a:fillRect/>
          </a:stretch>
        </p:blipFill>
        <p:spPr>
          <a:xfrm>
            <a:off x="985411" y="1456424"/>
            <a:ext cx="2089310" cy="4351338"/>
          </a:xfrm>
        </p:spPr>
      </p:pic>
      <p:sp>
        <p:nvSpPr>
          <p:cNvPr id="13" name="Rectangle 12">
            <a:extLst>
              <a:ext uri="{FF2B5EF4-FFF2-40B4-BE49-F238E27FC236}">
                <a16:creationId xmlns:a16="http://schemas.microsoft.com/office/drawing/2014/main" id="{B5E1BB3E-2492-4E5A-AD12-6B348B40C619}"/>
              </a:ext>
            </a:extLst>
          </p:cNvPr>
          <p:cNvSpPr/>
          <p:nvPr/>
        </p:nvSpPr>
        <p:spPr>
          <a:xfrm>
            <a:off x="928312" y="4971284"/>
            <a:ext cx="2225040" cy="3185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548C3F48-DABF-4818-8690-B03D97561ACB}"/>
              </a:ext>
            </a:extLst>
          </p:cNvPr>
          <p:cNvSpPr>
            <a:spLocks noGrp="1"/>
          </p:cNvSpPr>
          <p:nvPr>
            <p:ph type="title"/>
          </p:nvPr>
        </p:nvSpPr>
        <p:spPr>
          <a:xfrm>
            <a:off x="285750" y="179330"/>
            <a:ext cx="11068050" cy="1325563"/>
          </a:xfrm>
        </p:spPr>
        <p:txBody>
          <a:bodyPr/>
          <a:lstStyle/>
          <a:p>
            <a:r>
              <a:rPr lang="en-US"/>
              <a:t>Chi tiết màn hình “Điều khoản chương trình”- 3</a:t>
            </a:r>
            <a:endParaRPr lang="en-US" dirty="0"/>
          </a:p>
        </p:txBody>
      </p:sp>
      <p:sp>
        <p:nvSpPr>
          <p:cNvPr id="18" name="TextBox 17">
            <a:extLst>
              <a:ext uri="{FF2B5EF4-FFF2-40B4-BE49-F238E27FC236}">
                <a16:creationId xmlns:a16="http://schemas.microsoft.com/office/drawing/2014/main" id="{32398839-D96F-42BC-B783-D240A40A7525}"/>
              </a:ext>
            </a:extLst>
          </p:cNvPr>
          <p:cNvSpPr txBox="1"/>
          <p:nvPr/>
        </p:nvSpPr>
        <p:spPr>
          <a:xfrm>
            <a:off x="3904220" y="1451569"/>
            <a:ext cx="7123664" cy="2154436"/>
          </a:xfrm>
          <a:prstGeom prst="rect">
            <a:avLst/>
          </a:prstGeom>
          <a:noFill/>
        </p:spPr>
        <p:txBody>
          <a:bodyPr wrap="square" rtlCol="0">
            <a:spAutoFit/>
          </a:bodyPr>
          <a:lstStyle/>
          <a:p>
            <a:r>
              <a:rPr lang="en-US" b="1"/>
              <a:t>3. Nội dung ô xác nhận điều khoản</a:t>
            </a:r>
          </a:p>
          <a:p>
            <a:r>
              <a:rPr lang="en-US" sz="1600" b="1">
                <a:sym typeface="Wingdings" panose="05000000000000000000" pitchFamily="2" charset="2"/>
              </a:rPr>
              <a:t> </a:t>
            </a:r>
            <a:r>
              <a:rPr lang="vi-VN" sz="1600">
                <a:sym typeface="Wingdings" panose="05000000000000000000" pitchFamily="2" charset="2"/>
              </a:rPr>
              <a:t>Tôi đồng ý với các quy định và điều khoản chương trình trên</a:t>
            </a:r>
          </a:p>
          <a:p>
            <a:r>
              <a:rPr lang="en-US" sz="1600" b="1">
                <a:sym typeface="Wingdings" panose="05000000000000000000" pitchFamily="2" charset="2"/>
              </a:rPr>
              <a:t> </a:t>
            </a:r>
            <a:r>
              <a:rPr lang="vi-VN" sz="1600">
                <a:sym typeface="Wingdings" panose="05000000000000000000" pitchFamily="2" charset="2"/>
              </a:rPr>
              <a:t>Tôi xác nhận việc cho phép chương trình liên hệ qua số điện thoại đã đăng ký ở đây</a:t>
            </a:r>
          </a:p>
          <a:p>
            <a:endParaRPr lang="en-US" b="1"/>
          </a:p>
          <a:p>
            <a:r>
              <a:rPr lang="en-US" b="1"/>
              <a:t>Tick vào cả hai ô </a:t>
            </a:r>
            <a:r>
              <a:rPr lang="en-US" b="1">
                <a:sym typeface="Wingdings" panose="05000000000000000000" pitchFamily="2" charset="2"/>
              </a:rPr>
              <a:t> Hiện button “Truy cập” để tiếp tục các bước tiếp theo</a:t>
            </a:r>
            <a:endParaRPr lang="en-US" b="1"/>
          </a:p>
          <a:p>
            <a:endParaRPr lang="en-US" sz="1400" dirty="0"/>
          </a:p>
        </p:txBody>
      </p:sp>
      <p:sp>
        <p:nvSpPr>
          <p:cNvPr id="12" name="TextBox 11">
            <a:extLst>
              <a:ext uri="{FF2B5EF4-FFF2-40B4-BE49-F238E27FC236}">
                <a16:creationId xmlns:a16="http://schemas.microsoft.com/office/drawing/2014/main" id="{5BEC1E5D-6F78-47B1-9C76-EEC7AEED3C06}"/>
              </a:ext>
            </a:extLst>
          </p:cNvPr>
          <p:cNvSpPr txBox="1"/>
          <p:nvPr/>
        </p:nvSpPr>
        <p:spPr>
          <a:xfrm>
            <a:off x="197605" y="4739624"/>
            <a:ext cx="301686" cy="369332"/>
          </a:xfrm>
          <a:prstGeom prst="rect">
            <a:avLst/>
          </a:prstGeom>
          <a:noFill/>
        </p:spPr>
        <p:txBody>
          <a:bodyPr wrap="square" rtlCol="0">
            <a:spAutoFit/>
          </a:bodyPr>
          <a:lstStyle/>
          <a:p>
            <a:r>
              <a:rPr lang="en-US">
                <a:solidFill>
                  <a:srgbClr val="FF0000"/>
                </a:solidFill>
              </a:rPr>
              <a:t>3</a:t>
            </a:r>
            <a:endParaRPr lang="en-US" dirty="0">
              <a:solidFill>
                <a:srgbClr val="FF0000"/>
              </a:solidFill>
            </a:endParaRPr>
          </a:p>
        </p:txBody>
      </p:sp>
      <p:cxnSp>
        <p:nvCxnSpPr>
          <p:cNvPr id="20" name="Straight Arrow Connector 19">
            <a:extLst>
              <a:ext uri="{FF2B5EF4-FFF2-40B4-BE49-F238E27FC236}">
                <a16:creationId xmlns:a16="http://schemas.microsoft.com/office/drawing/2014/main" id="{1A6F8407-673E-4E86-8491-BF964DD11F18}"/>
              </a:ext>
            </a:extLst>
          </p:cNvPr>
          <p:cNvCxnSpPr>
            <a:cxnSpLocks/>
          </p:cNvCxnSpPr>
          <p:nvPr/>
        </p:nvCxnSpPr>
        <p:spPr>
          <a:xfrm>
            <a:off x="523838" y="4976652"/>
            <a:ext cx="385591" cy="184666"/>
          </a:xfrm>
          <a:prstGeom prst="straightConnector1">
            <a:avLst/>
          </a:prstGeom>
          <a:ln>
            <a:solidFill>
              <a:srgbClr val="FF0000"/>
            </a:solidFill>
            <a:tailEnd type="triangle"/>
          </a:ln>
        </p:spPr>
        <p:style>
          <a:lnRef idx="2">
            <a:schemeClr val="accent6"/>
          </a:lnRef>
          <a:fillRef idx="0">
            <a:schemeClr val="accent6"/>
          </a:fillRef>
          <a:effectRef idx="1">
            <a:schemeClr val="accent6"/>
          </a:effectRef>
          <a:fontRef idx="minor">
            <a:schemeClr val="tx1"/>
          </a:fontRef>
        </p:style>
      </p:cxnSp>
      <p:sp>
        <p:nvSpPr>
          <p:cNvPr id="2" name="Slide Number Placeholder 1">
            <a:extLst>
              <a:ext uri="{FF2B5EF4-FFF2-40B4-BE49-F238E27FC236}">
                <a16:creationId xmlns:a16="http://schemas.microsoft.com/office/drawing/2014/main" id="{992FE19B-A05E-4165-BA05-330B54A8FE18}"/>
              </a:ext>
            </a:extLst>
          </p:cNvPr>
          <p:cNvSpPr>
            <a:spLocks noGrp="1"/>
          </p:cNvSpPr>
          <p:nvPr>
            <p:ph type="sldNum" sz="quarter" idx="12"/>
          </p:nvPr>
        </p:nvSpPr>
        <p:spPr/>
        <p:txBody>
          <a:bodyPr/>
          <a:lstStyle/>
          <a:p>
            <a:fld id="{041AA252-0293-3747-89C5-33321DF125FA}" type="slidenum">
              <a:rPr lang="en-US" smtClean="0"/>
              <a:t>5</a:t>
            </a:fld>
            <a:endParaRPr lang="en-US"/>
          </a:p>
        </p:txBody>
      </p:sp>
    </p:spTree>
    <p:extLst>
      <p:ext uri="{BB962C8B-B14F-4D97-AF65-F5344CB8AC3E}">
        <p14:creationId xmlns:p14="http://schemas.microsoft.com/office/powerpoint/2010/main" val="3476939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E40BE2E-9B98-4D04-982D-82DB3EFCAEFC}"/>
              </a:ext>
            </a:extLst>
          </p:cNvPr>
          <p:cNvPicPr>
            <a:picLocks noChangeAspect="1"/>
          </p:cNvPicPr>
          <p:nvPr/>
        </p:nvPicPr>
        <p:blipFill>
          <a:blip r:embed="rId2"/>
          <a:stretch>
            <a:fillRect/>
          </a:stretch>
        </p:blipFill>
        <p:spPr>
          <a:xfrm>
            <a:off x="898199" y="1815126"/>
            <a:ext cx="2089890" cy="4352544"/>
          </a:xfrm>
          <a:prstGeom prst="rect">
            <a:avLst/>
          </a:prstGeom>
        </p:spPr>
      </p:pic>
      <p:sp>
        <p:nvSpPr>
          <p:cNvPr id="9" name="TextBox 8">
            <a:extLst>
              <a:ext uri="{FF2B5EF4-FFF2-40B4-BE49-F238E27FC236}">
                <a16:creationId xmlns:a16="http://schemas.microsoft.com/office/drawing/2014/main" id="{FECBB617-93E3-2B44-9021-12EABBD0C2AD}"/>
              </a:ext>
            </a:extLst>
          </p:cNvPr>
          <p:cNvSpPr txBox="1"/>
          <p:nvPr/>
        </p:nvSpPr>
        <p:spPr>
          <a:xfrm>
            <a:off x="6537044" y="992347"/>
            <a:ext cx="4979624" cy="923330"/>
          </a:xfrm>
          <a:prstGeom prst="rect">
            <a:avLst/>
          </a:prstGeom>
          <a:noFill/>
        </p:spPr>
        <p:txBody>
          <a:bodyPr wrap="square" rtlCol="0">
            <a:spAutoFit/>
          </a:bodyPr>
          <a:lstStyle/>
          <a:p>
            <a:pPr marL="285750" indent="-285750">
              <a:buFontTx/>
              <a:buChar char="-"/>
            </a:pPr>
            <a:endParaRPr lang="en-US" dirty="0"/>
          </a:p>
          <a:p>
            <a:pPr marL="285750" indent="-285750">
              <a:buFontTx/>
              <a:buChar char="-"/>
            </a:pPr>
            <a:endParaRPr lang="en-US" dirty="0"/>
          </a:p>
          <a:p>
            <a:pPr marL="285750" indent="-285750">
              <a:buFontTx/>
              <a:buChar char="-"/>
            </a:pPr>
            <a:endParaRPr lang="en-US" dirty="0"/>
          </a:p>
        </p:txBody>
      </p:sp>
      <p:sp>
        <p:nvSpPr>
          <p:cNvPr id="13" name="Rectangle 12">
            <a:extLst>
              <a:ext uri="{FF2B5EF4-FFF2-40B4-BE49-F238E27FC236}">
                <a16:creationId xmlns:a16="http://schemas.microsoft.com/office/drawing/2014/main" id="{B5E1BB3E-2492-4E5A-AD12-6B348B40C619}"/>
              </a:ext>
            </a:extLst>
          </p:cNvPr>
          <p:cNvSpPr/>
          <p:nvPr/>
        </p:nvSpPr>
        <p:spPr>
          <a:xfrm>
            <a:off x="783700" y="2094963"/>
            <a:ext cx="2270664" cy="41688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548C3F48-DABF-4818-8690-B03D97561ACB}"/>
              </a:ext>
            </a:extLst>
          </p:cNvPr>
          <p:cNvSpPr>
            <a:spLocks noGrp="1"/>
          </p:cNvSpPr>
          <p:nvPr>
            <p:ph type="title"/>
          </p:nvPr>
        </p:nvSpPr>
        <p:spPr>
          <a:xfrm>
            <a:off x="838200" y="365125"/>
            <a:ext cx="10515600" cy="1325563"/>
          </a:xfrm>
        </p:spPr>
        <p:txBody>
          <a:bodyPr/>
          <a:lstStyle/>
          <a:p>
            <a:r>
              <a:rPr lang="en-US" dirty="0" err="1"/>
              <a:t>Màn</a:t>
            </a:r>
            <a:r>
              <a:rPr lang="en-US" dirty="0"/>
              <a:t> </a:t>
            </a:r>
            <a:r>
              <a:rPr lang="en-US" err="1"/>
              <a:t>hình</a:t>
            </a:r>
            <a:r>
              <a:rPr lang="en-US"/>
              <a:t> xác nhận lại thông tin profile (Sau e-consent)</a:t>
            </a:r>
            <a:endParaRPr lang="en-US" dirty="0"/>
          </a:p>
        </p:txBody>
      </p:sp>
      <p:sp>
        <p:nvSpPr>
          <p:cNvPr id="18" name="TextBox 17">
            <a:extLst>
              <a:ext uri="{FF2B5EF4-FFF2-40B4-BE49-F238E27FC236}">
                <a16:creationId xmlns:a16="http://schemas.microsoft.com/office/drawing/2014/main" id="{32398839-D96F-42BC-B783-D240A40A7525}"/>
              </a:ext>
            </a:extLst>
          </p:cNvPr>
          <p:cNvSpPr txBox="1"/>
          <p:nvPr/>
        </p:nvSpPr>
        <p:spPr>
          <a:xfrm>
            <a:off x="5866112" y="1743956"/>
            <a:ext cx="4820938" cy="1877437"/>
          </a:xfrm>
          <a:prstGeom prst="rect">
            <a:avLst/>
          </a:prstGeom>
          <a:noFill/>
        </p:spPr>
        <p:txBody>
          <a:bodyPr wrap="square" rtlCol="0">
            <a:spAutoFit/>
          </a:bodyPr>
          <a:lstStyle/>
          <a:p>
            <a:r>
              <a:rPr lang="en-US" b="1"/>
              <a:t>1. Nội dung thông báo lý do xác nhận thông tin:</a:t>
            </a:r>
          </a:p>
          <a:p>
            <a:r>
              <a:rPr lang="en-US" sz="1400"/>
              <a:t>“</a:t>
            </a:r>
            <a:r>
              <a:rPr lang="vi-VN" sz="1400"/>
              <a:t>Quý Chuyên viên y tế vui lòng xác nhận thông tin chính xác để nhận chứng chỉ CME từ chương trình</a:t>
            </a:r>
            <a:r>
              <a:rPr lang="en-US" sz="1400"/>
              <a:t>”</a:t>
            </a:r>
          </a:p>
          <a:p>
            <a:endParaRPr lang="en-US" sz="1400"/>
          </a:p>
          <a:p>
            <a:endParaRPr lang="en-US" sz="1400"/>
          </a:p>
          <a:p>
            <a:r>
              <a:rPr lang="en-US" sz="1400" b="1"/>
              <a:t>Vị trí:</a:t>
            </a:r>
          </a:p>
          <a:p>
            <a:r>
              <a:rPr lang="en-US" sz="1400"/>
              <a:t>+ Dưỡi chữ “Xác thực thông tin”</a:t>
            </a:r>
          </a:p>
          <a:p>
            <a:r>
              <a:rPr lang="en-US" sz="1400"/>
              <a:t>+ Trên nội dung chi tiết thông tin profile</a:t>
            </a:r>
            <a:endParaRPr lang="vi-VN" sz="1400"/>
          </a:p>
        </p:txBody>
      </p:sp>
      <p:pic>
        <p:nvPicPr>
          <p:cNvPr id="3" name="Picture 2">
            <a:extLst>
              <a:ext uri="{FF2B5EF4-FFF2-40B4-BE49-F238E27FC236}">
                <a16:creationId xmlns:a16="http://schemas.microsoft.com/office/drawing/2014/main" id="{4579D8D5-BA41-43C9-8197-C7A8C55077F9}"/>
              </a:ext>
            </a:extLst>
          </p:cNvPr>
          <p:cNvPicPr>
            <a:picLocks noChangeAspect="1"/>
          </p:cNvPicPr>
          <p:nvPr/>
        </p:nvPicPr>
        <p:blipFill>
          <a:blip r:embed="rId3"/>
          <a:stretch>
            <a:fillRect/>
          </a:stretch>
        </p:blipFill>
        <p:spPr>
          <a:xfrm>
            <a:off x="3217232" y="1815126"/>
            <a:ext cx="2089890" cy="4352544"/>
          </a:xfrm>
          <a:prstGeom prst="rect">
            <a:avLst/>
          </a:prstGeom>
        </p:spPr>
      </p:pic>
      <p:sp>
        <p:nvSpPr>
          <p:cNvPr id="17" name="TextBox 16">
            <a:extLst>
              <a:ext uri="{FF2B5EF4-FFF2-40B4-BE49-F238E27FC236}">
                <a16:creationId xmlns:a16="http://schemas.microsoft.com/office/drawing/2014/main" id="{0A0A6464-68C8-4EFA-9D5B-AF0B3BD6D07A}"/>
              </a:ext>
            </a:extLst>
          </p:cNvPr>
          <p:cNvSpPr txBox="1"/>
          <p:nvPr/>
        </p:nvSpPr>
        <p:spPr>
          <a:xfrm>
            <a:off x="195511" y="1910297"/>
            <a:ext cx="301686" cy="369332"/>
          </a:xfrm>
          <a:prstGeom prst="rect">
            <a:avLst/>
          </a:prstGeom>
          <a:noFill/>
        </p:spPr>
        <p:txBody>
          <a:bodyPr wrap="none" rtlCol="0">
            <a:spAutoFit/>
          </a:bodyPr>
          <a:lstStyle/>
          <a:p>
            <a:r>
              <a:rPr lang="en-US" dirty="0">
                <a:solidFill>
                  <a:srgbClr val="FF0000"/>
                </a:solidFill>
              </a:rPr>
              <a:t>1</a:t>
            </a:r>
          </a:p>
        </p:txBody>
      </p:sp>
      <p:cxnSp>
        <p:nvCxnSpPr>
          <p:cNvPr id="20" name="Straight Arrow Connector 19">
            <a:extLst>
              <a:ext uri="{FF2B5EF4-FFF2-40B4-BE49-F238E27FC236}">
                <a16:creationId xmlns:a16="http://schemas.microsoft.com/office/drawing/2014/main" id="{9AFD1A24-C605-4B30-B25E-9D0A064027B4}"/>
              </a:ext>
            </a:extLst>
          </p:cNvPr>
          <p:cNvCxnSpPr/>
          <p:nvPr/>
        </p:nvCxnSpPr>
        <p:spPr>
          <a:xfrm>
            <a:off x="521744" y="2147325"/>
            <a:ext cx="385591" cy="184666"/>
          </a:xfrm>
          <a:prstGeom prst="straightConnector1">
            <a:avLst/>
          </a:prstGeom>
          <a:ln>
            <a:solidFill>
              <a:srgbClr val="FF0000"/>
            </a:solidFill>
            <a:tailEnd type="triangle"/>
          </a:ln>
        </p:spPr>
        <p:style>
          <a:lnRef idx="2">
            <a:schemeClr val="accent6"/>
          </a:lnRef>
          <a:fillRef idx="0">
            <a:schemeClr val="accent6"/>
          </a:fillRef>
          <a:effectRef idx="1">
            <a:schemeClr val="accent6"/>
          </a:effectRef>
          <a:fontRef idx="minor">
            <a:schemeClr val="tx1"/>
          </a:fontRef>
        </p:style>
      </p:cxnSp>
      <p:sp>
        <p:nvSpPr>
          <p:cNvPr id="2" name="Slide Number Placeholder 1">
            <a:extLst>
              <a:ext uri="{FF2B5EF4-FFF2-40B4-BE49-F238E27FC236}">
                <a16:creationId xmlns:a16="http://schemas.microsoft.com/office/drawing/2014/main" id="{F84D146D-BA10-4044-9ED2-0A297920486D}"/>
              </a:ext>
            </a:extLst>
          </p:cNvPr>
          <p:cNvSpPr>
            <a:spLocks noGrp="1"/>
          </p:cNvSpPr>
          <p:nvPr>
            <p:ph type="sldNum" sz="quarter" idx="12"/>
          </p:nvPr>
        </p:nvSpPr>
        <p:spPr/>
        <p:txBody>
          <a:bodyPr/>
          <a:lstStyle/>
          <a:p>
            <a:fld id="{041AA252-0293-3747-89C5-33321DF125FA}" type="slidenum">
              <a:rPr lang="en-US" smtClean="0"/>
              <a:t>6</a:t>
            </a:fld>
            <a:endParaRPr lang="en-US"/>
          </a:p>
        </p:txBody>
      </p:sp>
    </p:spTree>
    <p:extLst>
      <p:ext uri="{BB962C8B-B14F-4D97-AF65-F5344CB8AC3E}">
        <p14:creationId xmlns:p14="http://schemas.microsoft.com/office/powerpoint/2010/main" val="2101309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75D16-E5E5-804D-B070-78FBD0BF499B}"/>
              </a:ext>
            </a:extLst>
          </p:cNvPr>
          <p:cNvSpPr>
            <a:spLocks noGrp="1"/>
          </p:cNvSpPr>
          <p:nvPr>
            <p:ph type="ctrTitle"/>
          </p:nvPr>
        </p:nvSpPr>
        <p:spPr/>
        <p:txBody>
          <a:bodyPr/>
          <a:lstStyle/>
          <a:p>
            <a:r>
              <a:rPr lang="en-US" b="1" dirty="0"/>
              <a:t>TRANG CHỦ HUB SIMILAC</a:t>
            </a:r>
          </a:p>
        </p:txBody>
      </p:sp>
      <p:sp>
        <p:nvSpPr>
          <p:cNvPr id="3" name="Subtitle 2">
            <a:extLst>
              <a:ext uri="{FF2B5EF4-FFF2-40B4-BE49-F238E27FC236}">
                <a16:creationId xmlns:a16="http://schemas.microsoft.com/office/drawing/2014/main" id="{F77B4212-34DA-7949-8FB7-22CD23CCB9D6}"/>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id="{A25735C6-3D41-4AF1-ADDF-323CDCE6E0AA}"/>
              </a:ext>
            </a:extLst>
          </p:cNvPr>
          <p:cNvSpPr>
            <a:spLocks noGrp="1"/>
          </p:cNvSpPr>
          <p:nvPr>
            <p:ph type="sldNum" sz="quarter" idx="12"/>
          </p:nvPr>
        </p:nvSpPr>
        <p:spPr/>
        <p:txBody>
          <a:bodyPr/>
          <a:lstStyle/>
          <a:p>
            <a:fld id="{041AA252-0293-3747-89C5-33321DF125FA}" type="slidenum">
              <a:rPr lang="en-US" smtClean="0"/>
              <a:t>7</a:t>
            </a:fld>
            <a:endParaRPr lang="en-US"/>
          </a:p>
        </p:txBody>
      </p:sp>
    </p:spTree>
    <p:extLst>
      <p:ext uri="{BB962C8B-B14F-4D97-AF65-F5344CB8AC3E}">
        <p14:creationId xmlns:p14="http://schemas.microsoft.com/office/powerpoint/2010/main" val="898537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ECBB617-93E3-2B44-9021-12EABBD0C2AD}"/>
              </a:ext>
            </a:extLst>
          </p:cNvPr>
          <p:cNvSpPr txBox="1"/>
          <p:nvPr/>
        </p:nvSpPr>
        <p:spPr>
          <a:xfrm>
            <a:off x="6537044" y="992347"/>
            <a:ext cx="4979624" cy="923330"/>
          </a:xfrm>
          <a:prstGeom prst="rect">
            <a:avLst/>
          </a:prstGeom>
          <a:noFill/>
        </p:spPr>
        <p:txBody>
          <a:bodyPr wrap="square" rtlCol="0">
            <a:spAutoFit/>
          </a:bodyPr>
          <a:lstStyle/>
          <a:p>
            <a:pPr marL="285750" indent="-285750">
              <a:buFontTx/>
              <a:buChar char="-"/>
            </a:pPr>
            <a:endParaRPr lang="en-US" dirty="0"/>
          </a:p>
          <a:p>
            <a:pPr marL="285750" indent="-285750">
              <a:buFontTx/>
              <a:buChar char="-"/>
            </a:pPr>
            <a:endParaRPr lang="en-US" dirty="0"/>
          </a:p>
          <a:p>
            <a:pPr marL="285750" indent="-285750">
              <a:buFontTx/>
              <a:buChar char="-"/>
            </a:pPr>
            <a:endParaRPr lang="en-US" dirty="0"/>
          </a:p>
        </p:txBody>
      </p:sp>
      <p:sp>
        <p:nvSpPr>
          <p:cNvPr id="15" name="Title 1">
            <a:extLst>
              <a:ext uri="{FF2B5EF4-FFF2-40B4-BE49-F238E27FC236}">
                <a16:creationId xmlns:a16="http://schemas.microsoft.com/office/drawing/2014/main" id="{548C3F48-DABF-4818-8690-B03D97561ACB}"/>
              </a:ext>
            </a:extLst>
          </p:cNvPr>
          <p:cNvSpPr>
            <a:spLocks noGrp="1"/>
          </p:cNvSpPr>
          <p:nvPr>
            <p:ph type="title"/>
          </p:nvPr>
        </p:nvSpPr>
        <p:spPr>
          <a:xfrm>
            <a:off x="838200" y="365125"/>
            <a:ext cx="10515600" cy="1325563"/>
          </a:xfrm>
        </p:spPr>
        <p:txBody>
          <a:bodyPr/>
          <a:lstStyle/>
          <a:p>
            <a:r>
              <a:rPr lang="en-US"/>
              <a:t>Banner “tích điểm đổi quà” - 1</a:t>
            </a:r>
            <a:endParaRPr lang="en-US" dirty="0"/>
          </a:p>
        </p:txBody>
      </p:sp>
      <p:sp>
        <p:nvSpPr>
          <p:cNvPr id="14" name="TextBox 13">
            <a:extLst>
              <a:ext uri="{FF2B5EF4-FFF2-40B4-BE49-F238E27FC236}">
                <a16:creationId xmlns:a16="http://schemas.microsoft.com/office/drawing/2014/main" id="{D4121990-4116-4C82-B3ED-E271D37F50A6}"/>
              </a:ext>
            </a:extLst>
          </p:cNvPr>
          <p:cNvSpPr txBox="1"/>
          <p:nvPr/>
        </p:nvSpPr>
        <p:spPr>
          <a:xfrm>
            <a:off x="4040161" y="1704311"/>
            <a:ext cx="6260610" cy="1754326"/>
          </a:xfrm>
          <a:prstGeom prst="rect">
            <a:avLst/>
          </a:prstGeom>
          <a:noFill/>
        </p:spPr>
        <p:txBody>
          <a:bodyPr wrap="square" rtlCol="0">
            <a:spAutoFit/>
          </a:bodyPr>
          <a:lstStyle/>
          <a:p>
            <a:pPr marL="342900" indent="-342900">
              <a:buAutoNum type="arabicPeriod"/>
            </a:pPr>
            <a:r>
              <a:rPr lang="en-US" b="1"/>
              <a:t>Banner animation “Tích điểm đổi quà”:</a:t>
            </a:r>
          </a:p>
          <a:p>
            <a:pPr marL="285750" indent="-285750">
              <a:buFont typeface="Arial" panose="020B0604020202020204" pitchFamily="34" charset="0"/>
              <a:buChar char="•"/>
            </a:pPr>
            <a:r>
              <a:rPr lang="en-US"/>
              <a:t>Nội dung: </a:t>
            </a:r>
            <a:r>
              <a:rPr lang="en-US" b="1"/>
              <a:t>“Tích điểm ngay, nhận quà liền tay”</a:t>
            </a:r>
          </a:p>
          <a:p>
            <a:pPr marL="285750" indent="-285750">
              <a:buFont typeface="Arial" panose="020B0604020202020204" pitchFamily="34" charset="0"/>
              <a:buChar char="•"/>
            </a:pPr>
            <a:r>
              <a:rPr lang="en-US"/>
              <a:t>Nội dung sẽ tự động chạy từ phải sang trái.</a:t>
            </a:r>
          </a:p>
          <a:p>
            <a:pPr marL="285750" indent="-285750">
              <a:buFont typeface="Arial" panose="020B0604020202020204" pitchFamily="34" charset="0"/>
              <a:buChar char="•"/>
            </a:pPr>
            <a:r>
              <a:rPr lang="en-US"/>
              <a:t>Sau khi chạy hết đoạn nội dung </a:t>
            </a:r>
            <a:r>
              <a:rPr lang="en-US">
                <a:sym typeface="Wingdings" panose="05000000000000000000" pitchFamily="2" charset="2"/>
              </a:rPr>
              <a:t> Sẽ chạy thêm 1 khung nội dung trống (bằng ¾ chiều rộng màn hình điện thoại)   Sau đó tiếp tục chạy lại nội dung từ đầu</a:t>
            </a:r>
            <a:endParaRPr lang="en-US"/>
          </a:p>
        </p:txBody>
      </p:sp>
      <p:pic>
        <p:nvPicPr>
          <p:cNvPr id="10" name="Picture 9">
            <a:extLst>
              <a:ext uri="{FF2B5EF4-FFF2-40B4-BE49-F238E27FC236}">
                <a16:creationId xmlns:a16="http://schemas.microsoft.com/office/drawing/2014/main" id="{5A989151-FE1C-4A6C-9734-FA0D3E4C843C}"/>
              </a:ext>
            </a:extLst>
          </p:cNvPr>
          <p:cNvPicPr>
            <a:picLocks noChangeAspect="1"/>
          </p:cNvPicPr>
          <p:nvPr/>
        </p:nvPicPr>
        <p:blipFill>
          <a:blip r:embed="rId2"/>
          <a:stretch>
            <a:fillRect/>
          </a:stretch>
        </p:blipFill>
        <p:spPr>
          <a:xfrm>
            <a:off x="945716" y="1690688"/>
            <a:ext cx="2089890" cy="4352544"/>
          </a:xfrm>
          <a:prstGeom prst="rect">
            <a:avLst/>
          </a:prstGeom>
        </p:spPr>
      </p:pic>
      <p:sp>
        <p:nvSpPr>
          <p:cNvPr id="16" name="TextBox 15">
            <a:extLst>
              <a:ext uri="{FF2B5EF4-FFF2-40B4-BE49-F238E27FC236}">
                <a16:creationId xmlns:a16="http://schemas.microsoft.com/office/drawing/2014/main" id="{96C97C8C-66DB-4BDC-9EC2-34291C5E1081}"/>
              </a:ext>
            </a:extLst>
          </p:cNvPr>
          <p:cNvSpPr txBox="1"/>
          <p:nvPr/>
        </p:nvSpPr>
        <p:spPr>
          <a:xfrm>
            <a:off x="306495" y="2779223"/>
            <a:ext cx="301686" cy="369332"/>
          </a:xfrm>
          <a:prstGeom prst="rect">
            <a:avLst/>
          </a:prstGeom>
          <a:noFill/>
        </p:spPr>
        <p:txBody>
          <a:bodyPr wrap="none" rtlCol="0">
            <a:spAutoFit/>
          </a:bodyPr>
          <a:lstStyle/>
          <a:p>
            <a:r>
              <a:rPr lang="en-US" dirty="0">
                <a:solidFill>
                  <a:srgbClr val="FF0000"/>
                </a:solidFill>
              </a:rPr>
              <a:t>1</a:t>
            </a:r>
          </a:p>
        </p:txBody>
      </p:sp>
      <p:cxnSp>
        <p:nvCxnSpPr>
          <p:cNvPr id="17" name="Straight Arrow Connector 16">
            <a:extLst>
              <a:ext uri="{FF2B5EF4-FFF2-40B4-BE49-F238E27FC236}">
                <a16:creationId xmlns:a16="http://schemas.microsoft.com/office/drawing/2014/main" id="{8E50B62F-8AA5-461B-B40A-25FF18141144}"/>
              </a:ext>
            </a:extLst>
          </p:cNvPr>
          <p:cNvCxnSpPr/>
          <p:nvPr/>
        </p:nvCxnSpPr>
        <p:spPr>
          <a:xfrm>
            <a:off x="632728" y="3016251"/>
            <a:ext cx="385591" cy="184666"/>
          </a:xfrm>
          <a:prstGeom prst="straightConnector1">
            <a:avLst/>
          </a:prstGeom>
          <a:ln>
            <a:solidFill>
              <a:srgbClr val="FF0000"/>
            </a:solidFill>
            <a:tailEnd type="triangle"/>
          </a:ln>
        </p:spPr>
        <p:style>
          <a:lnRef idx="2">
            <a:schemeClr val="accent6"/>
          </a:lnRef>
          <a:fillRef idx="0">
            <a:schemeClr val="accent6"/>
          </a:fillRef>
          <a:effectRef idx="1">
            <a:schemeClr val="accent6"/>
          </a:effectRef>
          <a:fontRef idx="minor">
            <a:schemeClr val="tx1"/>
          </a:fontRef>
        </p:style>
      </p:cxnSp>
      <p:sp>
        <p:nvSpPr>
          <p:cNvPr id="2" name="Slide Number Placeholder 1">
            <a:extLst>
              <a:ext uri="{FF2B5EF4-FFF2-40B4-BE49-F238E27FC236}">
                <a16:creationId xmlns:a16="http://schemas.microsoft.com/office/drawing/2014/main" id="{85EC6D8E-62CB-418E-B62B-5E7B6DDF1EF4}"/>
              </a:ext>
            </a:extLst>
          </p:cNvPr>
          <p:cNvSpPr>
            <a:spLocks noGrp="1"/>
          </p:cNvSpPr>
          <p:nvPr>
            <p:ph type="sldNum" sz="quarter" idx="12"/>
          </p:nvPr>
        </p:nvSpPr>
        <p:spPr/>
        <p:txBody>
          <a:bodyPr/>
          <a:lstStyle/>
          <a:p>
            <a:fld id="{041AA252-0293-3747-89C5-33321DF125FA}" type="slidenum">
              <a:rPr lang="en-US" smtClean="0"/>
              <a:t>8</a:t>
            </a:fld>
            <a:endParaRPr lang="en-US"/>
          </a:p>
        </p:txBody>
      </p:sp>
    </p:spTree>
    <p:extLst>
      <p:ext uri="{BB962C8B-B14F-4D97-AF65-F5344CB8AC3E}">
        <p14:creationId xmlns:p14="http://schemas.microsoft.com/office/powerpoint/2010/main" val="3453984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ECBB617-93E3-2B44-9021-12EABBD0C2AD}"/>
              </a:ext>
            </a:extLst>
          </p:cNvPr>
          <p:cNvSpPr txBox="1"/>
          <p:nvPr/>
        </p:nvSpPr>
        <p:spPr>
          <a:xfrm>
            <a:off x="6537044" y="992347"/>
            <a:ext cx="4979624" cy="923330"/>
          </a:xfrm>
          <a:prstGeom prst="rect">
            <a:avLst/>
          </a:prstGeom>
          <a:noFill/>
        </p:spPr>
        <p:txBody>
          <a:bodyPr wrap="square" rtlCol="0">
            <a:spAutoFit/>
          </a:bodyPr>
          <a:lstStyle/>
          <a:p>
            <a:pPr marL="285750" indent="-285750">
              <a:buFontTx/>
              <a:buChar char="-"/>
            </a:pPr>
            <a:endParaRPr lang="en-US" dirty="0"/>
          </a:p>
          <a:p>
            <a:pPr marL="285750" indent="-285750">
              <a:buFontTx/>
              <a:buChar char="-"/>
            </a:pPr>
            <a:endParaRPr lang="en-US" dirty="0"/>
          </a:p>
          <a:p>
            <a:pPr marL="285750" indent="-285750">
              <a:buFontTx/>
              <a:buChar char="-"/>
            </a:pPr>
            <a:endParaRPr lang="en-US" dirty="0"/>
          </a:p>
        </p:txBody>
      </p:sp>
      <p:sp>
        <p:nvSpPr>
          <p:cNvPr id="15" name="Title 1">
            <a:extLst>
              <a:ext uri="{FF2B5EF4-FFF2-40B4-BE49-F238E27FC236}">
                <a16:creationId xmlns:a16="http://schemas.microsoft.com/office/drawing/2014/main" id="{548C3F48-DABF-4818-8690-B03D97561ACB}"/>
              </a:ext>
            </a:extLst>
          </p:cNvPr>
          <p:cNvSpPr>
            <a:spLocks noGrp="1"/>
          </p:cNvSpPr>
          <p:nvPr>
            <p:ph type="title"/>
          </p:nvPr>
        </p:nvSpPr>
        <p:spPr>
          <a:xfrm>
            <a:off x="838200" y="365125"/>
            <a:ext cx="10515600" cy="1325563"/>
          </a:xfrm>
        </p:spPr>
        <p:txBody>
          <a:bodyPr/>
          <a:lstStyle/>
          <a:p>
            <a:r>
              <a:rPr lang="en-US"/>
              <a:t>Banner “tích điểm đổi quà” - 2</a:t>
            </a:r>
            <a:endParaRPr lang="en-US" dirty="0"/>
          </a:p>
        </p:txBody>
      </p:sp>
      <p:pic>
        <p:nvPicPr>
          <p:cNvPr id="7" name="Picture 6">
            <a:extLst>
              <a:ext uri="{FF2B5EF4-FFF2-40B4-BE49-F238E27FC236}">
                <a16:creationId xmlns:a16="http://schemas.microsoft.com/office/drawing/2014/main" id="{F5585BAB-E0B2-46E9-A091-FED81C408B01}"/>
              </a:ext>
            </a:extLst>
          </p:cNvPr>
          <p:cNvPicPr>
            <a:picLocks noChangeAspect="1"/>
          </p:cNvPicPr>
          <p:nvPr/>
        </p:nvPicPr>
        <p:blipFill>
          <a:blip r:embed="rId2"/>
          <a:stretch>
            <a:fillRect/>
          </a:stretch>
        </p:blipFill>
        <p:spPr>
          <a:xfrm>
            <a:off x="945716" y="1690688"/>
            <a:ext cx="2089890" cy="4352544"/>
          </a:xfrm>
          <a:prstGeom prst="rect">
            <a:avLst/>
          </a:prstGeom>
        </p:spPr>
      </p:pic>
      <p:sp>
        <p:nvSpPr>
          <p:cNvPr id="14" name="TextBox 13">
            <a:extLst>
              <a:ext uri="{FF2B5EF4-FFF2-40B4-BE49-F238E27FC236}">
                <a16:creationId xmlns:a16="http://schemas.microsoft.com/office/drawing/2014/main" id="{D4121990-4116-4C82-B3ED-E271D37F50A6}"/>
              </a:ext>
            </a:extLst>
          </p:cNvPr>
          <p:cNvSpPr txBox="1"/>
          <p:nvPr/>
        </p:nvSpPr>
        <p:spPr>
          <a:xfrm>
            <a:off x="4047232" y="1690688"/>
            <a:ext cx="4979624" cy="1200329"/>
          </a:xfrm>
          <a:prstGeom prst="rect">
            <a:avLst/>
          </a:prstGeom>
          <a:noFill/>
        </p:spPr>
        <p:txBody>
          <a:bodyPr wrap="square" rtlCol="0">
            <a:spAutoFit/>
          </a:bodyPr>
          <a:lstStyle/>
          <a:p>
            <a:r>
              <a:rPr lang="en-US" b="1"/>
              <a:t>2. Click vào banner animation “Tích điểm đổi quà” hoặc chữ “Chi tiết”</a:t>
            </a:r>
          </a:p>
          <a:p>
            <a:pPr marL="285750" indent="-285750">
              <a:buFont typeface="Wingdings" panose="05000000000000000000" pitchFamily="2" charset="2"/>
              <a:buChar char="à"/>
            </a:pPr>
            <a:r>
              <a:rPr lang="en-US">
                <a:sym typeface="Wingdings" panose="05000000000000000000" pitchFamily="2" charset="2"/>
              </a:rPr>
              <a:t>Hiện pop-up hình ảnh (do creative thiết kế - sẽ bổ sung sau)</a:t>
            </a:r>
          </a:p>
        </p:txBody>
      </p:sp>
      <p:sp>
        <p:nvSpPr>
          <p:cNvPr id="8" name="TextBox 7">
            <a:extLst>
              <a:ext uri="{FF2B5EF4-FFF2-40B4-BE49-F238E27FC236}">
                <a16:creationId xmlns:a16="http://schemas.microsoft.com/office/drawing/2014/main" id="{5E8A9E76-1087-404D-A1FD-9D6ADDDC4660}"/>
              </a:ext>
            </a:extLst>
          </p:cNvPr>
          <p:cNvSpPr txBox="1"/>
          <p:nvPr/>
        </p:nvSpPr>
        <p:spPr>
          <a:xfrm>
            <a:off x="426687" y="3276670"/>
            <a:ext cx="301686" cy="369332"/>
          </a:xfrm>
          <a:prstGeom prst="rect">
            <a:avLst/>
          </a:prstGeom>
          <a:noFill/>
        </p:spPr>
        <p:txBody>
          <a:bodyPr wrap="none" rtlCol="0">
            <a:spAutoFit/>
          </a:bodyPr>
          <a:lstStyle/>
          <a:p>
            <a:r>
              <a:rPr lang="en-US">
                <a:solidFill>
                  <a:srgbClr val="FF0000"/>
                </a:solidFill>
              </a:rPr>
              <a:t>2</a:t>
            </a:r>
            <a:endParaRPr lang="en-US" dirty="0">
              <a:solidFill>
                <a:srgbClr val="FF0000"/>
              </a:solidFill>
            </a:endParaRPr>
          </a:p>
        </p:txBody>
      </p:sp>
      <p:cxnSp>
        <p:nvCxnSpPr>
          <p:cNvPr id="11" name="Straight Arrow Connector 10">
            <a:extLst>
              <a:ext uri="{FF2B5EF4-FFF2-40B4-BE49-F238E27FC236}">
                <a16:creationId xmlns:a16="http://schemas.microsoft.com/office/drawing/2014/main" id="{967CD7EB-AC0D-40EC-AFA1-9F023A5A3753}"/>
              </a:ext>
            </a:extLst>
          </p:cNvPr>
          <p:cNvCxnSpPr/>
          <p:nvPr/>
        </p:nvCxnSpPr>
        <p:spPr>
          <a:xfrm>
            <a:off x="752920" y="3513698"/>
            <a:ext cx="385591" cy="184666"/>
          </a:xfrm>
          <a:prstGeom prst="straightConnector1">
            <a:avLst/>
          </a:prstGeom>
          <a:ln>
            <a:solidFill>
              <a:srgbClr val="FF0000"/>
            </a:solidFill>
            <a:tailEnd type="triangle"/>
          </a:ln>
        </p:spPr>
        <p:style>
          <a:lnRef idx="2">
            <a:schemeClr val="accent6"/>
          </a:lnRef>
          <a:fillRef idx="0">
            <a:schemeClr val="accent6"/>
          </a:fillRef>
          <a:effectRef idx="1">
            <a:schemeClr val="accent6"/>
          </a:effectRef>
          <a:fontRef idx="minor">
            <a:schemeClr val="tx1"/>
          </a:fontRef>
        </p:style>
      </p:cxnSp>
      <p:sp>
        <p:nvSpPr>
          <p:cNvPr id="2" name="TextBox 1">
            <a:extLst>
              <a:ext uri="{FF2B5EF4-FFF2-40B4-BE49-F238E27FC236}">
                <a16:creationId xmlns:a16="http://schemas.microsoft.com/office/drawing/2014/main" id="{D70BEA3B-38A0-48B2-97D6-8AD960FC257D}"/>
              </a:ext>
            </a:extLst>
          </p:cNvPr>
          <p:cNvSpPr txBox="1"/>
          <p:nvPr/>
        </p:nvSpPr>
        <p:spPr>
          <a:xfrm>
            <a:off x="1857375" y="5873955"/>
            <a:ext cx="1551682" cy="338554"/>
          </a:xfrm>
          <a:prstGeom prst="rect">
            <a:avLst/>
          </a:prstGeom>
          <a:solidFill>
            <a:schemeClr val="accent4">
              <a:lumMod val="60000"/>
              <a:lumOff val="40000"/>
            </a:schemeClr>
          </a:solidFill>
        </p:spPr>
        <p:txBody>
          <a:bodyPr wrap="square" rtlCol="0">
            <a:spAutoFit/>
          </a:bodyPr>
          <a:lstStyle/>
          <a:p>
            <a:pPr algn="ctr"/>
            <a:r>
              <a:rPr lang="en-US" sz="1600" b="1"/>
              <a:t>Hình ảnh demo</a:t>
            </a:r>
          </a:p>
        </p:txBody>
      </p:sp>
      <p:sp>
        <p:nvSpPr>
          <p:cNvPr id="3" name="Slide Number Placeholder 2">
            <a:extLst>
              <a:ext uri="{FF2B5EF4-FFF2-40B4-BE49-F238E27FC236}">
                <a16:creationId xmlns:a16="http://schemas.microsoft.com/office/drawing/2014/main" id="{8B772F7C-B6F5-436D-BC5C-96653811C80C}"/>
              </a:ext>
            </a:extLst>
          </p:cNvPr>
          <p:cNvSpPr>
            <a:spLocks noGrp="1"/>
          </p:cNvSpPr>
          <p:nvPr>
            <p:ph type="sldNum" sz="quarter" idx="12"/>
          </p:nvPr>
        </p:nvSpPr>
        <p:spPr/>
        <p:txBody>
          <a:bodyPr/>
          <a:lstStyle/>
          <a:p>
            <a:fld id="{041AA252-0293-3747-89C5-33321DF125FA}" type="slidenum">
              <a:rPr lang="en-US" smtClean="0"/>
              <a:t>9</a:t>
            </a:fld>
            <a:endParaRPr lang="en-US"/>
          </a:p>
        </p:txBody>
      </p:sp>
    </p:spTree>
    <p:extLst>
      <p:ext uri="{BB962C8B-B14F-4D97-AF65-F5344CB8AC3E}">
        <p14:creationId xmlns:p14="http://schemas.microsoft.com/office/powerpoint/2010/main" val="3287981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75D16-E5E5-804D-B070-78FBD0BF499B}"/>
              </a:ext>
            </a:extLst>
          </p:cNvPr>
          <p:cNvSpPr>
            <a:spLocks noGrp="1"/>
          </p:cNvSpPr>
          <p:nvPr>
            <p:ph type="ctrTitle"/>
          </p:nvPr>
        </p:nvSpPr>
        <p:spPr/>
        <p:txBody>
          <a:bodyPr/>
          <a:lstStyle/>
          <a:p>
            <a:r>
              <a:rPr lang="en-US" b="1"/>
              <a:t>POP-UP CỘNG ĐIỂM</a:t>
            </a:r>
            <a:endParaRPr lang="en-US" b="1" dirty="0"/>
          </a:p>
        </p:txBody>
      </p:sp>
      <p:sp>
        <p:nvSpPr>
          <p:cNvPr id="3" name="Subtitle 2">
            <a:extLst>
              <a:ext uri="{FF2B5EF4-FFF2-40B4-BE49-F238E27FC236}">
                <a16:creationId xmlns:a16="http://schemas.microsoft.com/office/drawing/2014/main" id="{F77B4212-34DA-7949-8FB7-22CD23CCB9D6}"/>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id="{A25735C6-3D41-4AF1-ADDF-323CDCE6E0AA}"/>
              </a:ext>
            </a:extLst>
          </p:cNvPr>
          <p:cNvSpPr>
            <a:spLocks noGrp="1"/>
          </p:cNvSpPr>
          <p:nvPr>
            <p:ph type="sldNum" sz="quarter" idx="12"/>
          </p:nvPr>
        </p:nvSpPr>
        <p:spPr/>
        <p:txBody>
          <a:bodyPr/>
          <a:lstStyle/>
          <a:p>
            <a:fld id="{041AA252-0293-3747-89C5-33321DF125FA}" type="slidenum">
              <a:rPr lang="en-US" smtClean="0"/>
              <a:t>10</a:t>
            </a:fld>
            <a:endParaRPr lang="en-US"/>
          </a:p>
        </p:txBody>
      </p:sp>
    </p:spTree>
    <p:extLst>
      <p:ext uri="{BB962C8B-B14F-4D97-AF65-F5344CB8AC3E}">
        <p14:creationId xmlns:p14="http://schemas.microsoft.com/office/powerpoint/2010/main" val="2325896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ECBB617-93E3-2B44-9021-12EABBD0C2AD}"/>
              </a:ext>
            </a:extLst>
          </p:cNvPr>
          <p:cNvSpPr txBox="1"/>
          <p:nvPr/>
        </p:nvSpPr>
        <p:spPr>
          <a:xfrm>
            <a:off x="6537044" y="992347"/>
            <a:ext cx="4979624" cy="923330"/>
          </a:xfrm>
          <a:prstGeom prst="rect">
            <a:avLst/>
          </a:prstGeom>
          <a:noFill/>
        </p:spPr>
        <p:txBody>
          <a:bodyPr wrap="square" rtlCol="0">
            <a:spAutoFit/>
          </a:bodyPr>
          <a:lstStyle/>
          <a:p>
            <a:pPr marL="285750" indent="-285750">
              <a:buFontTx/>
              <a:buChar char="-"/>
            </a:pPr>
            <a:endParaRPr lang="en-US" dirty="0"/>
          </a:p>
          <a:p>
            <a:pPr marL="285750" indent="-285750">
              <a:buFontTx/>
              <a:buChar char="-"/>
            </a:pPr>
            <a:endParaRPr lang="en-US" dirty="0"/>
          </a:p>
          <a:p>
            <a:pPr marL="285750" indent="-285750">
              <a:buFontTx/>
              <a:buChar char="-"/>
            </a:pPr>
            <a:endParaRPr lang="en-US" dirty="0"/>
          </a:p>
        </p:txBody>
      </p:sp>
      <p:sp>
        <p:nvSpPr>
          <p:cNvPr id="15" name="Title 1">
            <a:extLst>
              <a:ext uri="{FF2B5EF4-FFF2-40B4-BE49-F238E27FC236}">
                <a16:creationId xmlns:a16="http://schemas.microsoft.com/office/drawing/2014/main" id="{548C3F48-DABF-4818-8690-B03D97561ACB}"/>
              </a:ext>
            </a:extLst>
          </p:cNvPr>
          <p:cNvSpPr>
            <a:spLocks noGrp="1"/>
          </p:cNvSpPr>
          <p:nvPr>
            <p:ph type="title"/>
          </p:nvPr>
        </p:nvSpPr>
        <p:spPr>
          <a:xfrm>
            <a:off x="838199" y="365125"/>
            <a:ext cx="11223172" cy="1325563"/>
          </a:xfrm>
        </p:spPr>
        <p:txBody>
          <a:bodyPr/>
          <a:lstStyle/>
          <a:p>
            <a:r>
              <a:rPr lang="en-US"/>
              <a:t>Pop-up cộng điểm Hub (lần đăng nhập đầu tiên)</a:t>
            </a:r>
            <a:endParaRPr lang="en-US" dirty="0"/>
          </a:p>
        </p:txBody>
      </p:sp>
      <p:sp>
        <p:nvSpPr>
          <p:cNvPr id="18" name="TextBox 17">
            <a:extLst>
              <a:ext uri="{FF2B5EF4-FFF2-40B4-BE49-F238E27FC236}">
                <a16:creationId xmlns:a16="http://schemas.microsoft.com/office/drawing/2014/main" id="{32398839-D96F-42BC-B783-D240A40A7525}"/>
              </a:ext>
            </a:extLst>
          </p:cNvPr>
          <p:cNvSpPr txBox="1"/>
          <p:nvPr/>
        </p:nvSpPr>
        <p:spPr>
          <a:xfrm>
            <a:off x="4489004" y="1690688"/>
            <a:ext cx="5018552" cy="1908215"/>
          </a:xfrm>
          <a:prstGeom prst="rect">
            <a:avLst/>
          </a:prstGeom>
          <a:noFill/>
        </p:spPr>
        <p:txBody>
          <a:bodyPr wrap="square" rtlCol="0">
            <a:spAutoFit/>
          </a:bodyPr>
          <a:lstStyle/>
          <a:p>
            <a:r>
              <a:rPr lang="en-US" b="1"/>
              <a:t>Nội dung pop-up</a:t>
            </a:r>
          </a:p>
          <a:p>
            <a:endParaRPr lang="en-US" b="1"/>
          </a:p>
          <a:p>
            <a:r>
              <a:rPr lang="vi-VN" sz="1400"/>
              <a:t>“Chúc mừng bạn đã nhận được 10 điểm từ chương trình!”</a:t>
            </a:r>
            <a:endParaRPr lang="en-US" sz="1400"/>
          </a:p>
          <a:p>
            <a:endParaRPr lang="en-US"/>
          </a:p>
          <a:p>
            <a:r>
              <a:rPr lang="en-US" b="1"/>
              <a:t>Note:</a:t>
            </a:r>
          </a:p>
          <a:p>
            <a:pPr marL="285750" indent="-285750">
              <a:buFont typeface="Wingdings" panose="05000000000000000000" pitchFamily="2" charset="2"/>
              <a:buChar char="ü"/>
            </a:pPr>
            <a:r>
              <a:rPr lang="en-US" sz="1600"/>
              <a:t>Đối với user lần đầu đăng nhập Hub thành công</a:t>
            </a:r>
          </a:p>
          <a:p>
            <a:pPr marL="285750" indent="-285750">
              <a:buFont typeface="Wingdings" panose="05000000000000000000" pitchFamily="2" charset="2"/>
              <a:buChar char="ü"/>
            </a:pPr>
            <a:r>
              <a:rPr lang="en-US" sz="1600"/>
              <a:t>Chỉ cộng điểm 1 lần/user</a:t>
            </a:r>
          </a:p>
        </p:txBody>
      </p:sp>
      <p:pic>
        <p:nvPicPr>
          <p:cNvPr id="4" name="Picture 3">
            <a:extLst>
              <a:ext uri="{FF2B5EF4-FFF2-40B4-BE49-F238E27FC236}">
                <a16:creationId xmlns:a16="http://schemas.microsoft.com/office/drawing/2014/main" id="{5985522E-E490-48C4-84DA-81536E90F954}"/>
              </a:ext>
            </a:extLst>
          </p:cNvPr>
          <p:cNvPicPr>
            <a:picLocks noChangeAspect="1"/>
          </p:cNvPicPr>
          <p:nvPr/>
        </p:nvPicPr>
        <p:blipFill>
          <a:blip r:embed="rId2"/>
          <a:stretch>
            <a:fillRect/>
          </a:stretch>
        </p:blipFill>
        <p:spPr>
          <a:xfrm>
            <a:off x="1034015" y="1690688"/>
            <a:ext cx="2089890" cy="4352544"/>
          </a:xfrm>
          <a:prstGeom prst="rect">
            <a:avLst/>
          </a:prstGeom>
        </p:spPr>
      </p:pic>
      <p:sp>
        <p:nvSpPr>
          <p:cNvPr id="2" name="Slide Number Placeholder 1">
            <a:extLst>
              <a:ext uri="{FF2B5EF4-FFF2-40B4-BE49-F238E27FC236}">
                <a16:creationId xmlns:a16="http://schemas.microsoft.com/office/drawing/2014/main" id="{C114FB99-DCF7-484B-B770-6DE4E5E2F330}"/>
              </a:ext>
            </a:extLst>
          </p:cNvPr>
          <p:cNvSpPr>
            <a:spLocks noGrp="1"/>
          </p:cNvSpPr>
          <p:nvPr>
            <p:ph type="sldNum" sz="quarter" idx="12"/>
          </p:nvPr>
        </p:nvSpPr>
        <p:spPr/>
        <p:txBody>
          <a:bodyPr/>
          <a:lstStyle/>
          <a:p>
            <a:fld id="{041AA252-0293-3747-89C5-33321DF125FA}" type="slidenum">
              <a:rPr lang="en-US" smtClean="0"/>
              <a:t>11</a:t>
            </a:fld>
            <a:endParaRPr lang="en-US"/>
          </a:p>
        </p:txBody>
      </p:sp>
    </p:spTree>
    <p:extLst>
      <p:ext uri="{BB962C8B-B14F-4D97-AF65-F5344CB8AC3E}">
        <p14:creationId xmlns:p14="http://schemas.microsoft.com/office/powerpoint/2010/main" val="1171054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ECBB617-93E3-2B44-9021-12EABBD0C2AD}"/>
              </a:ext>
            </a:extLst>
          </p:cNvPr>
          <p:cNvSpPr txBox="1"/>
          <p:nvPr/>
        </p:nvSpPr>
        <p:spPr>
          <a:xfrm>
            <a:off x="6537044" y="992347"/>
            <a:ext cx="4979624" cy="923330"/>
          </a:xfrm>
          <a:prstGeom prst="rect">
            <a:avLst/>
          </a:prstGeom>
          <a:noFill/>
        </p:spPr>
        <p:txBody>
          <a:bodyPr wrap="square" rtlCol="0">
            <a:spAutoFit/>
          </a:bodyPr>
          <a:lstStyle/>
          <a:p>
            <a:pPr marL="285750" indent="-285750">
              <a:buFontTx/>
              <a:buChar char="-"/>
            </a:pPr>
            <a:endParaRPr lang="en-US" dirty="0"/>
          </a:p>
          <a:p>
            <a:pPr marL="285750" indent="-285750">
              <a:buFontTx/>
              <a:buChar char="-"/>
            </a:pPr>
            <a:endParaRPr lang="en-US" dirty="0"/>
          </a:p>
          <a:p>
            <a:pPr marL="285750" indent="-285750">
              <a:buFontTx/>
              <a:buChar char="-"/>
            </a:pPr>
            <a:endParaRPr lang="en-US" dirty="0"/>
          </a:p>
        </p:txBody>
      </p:sp>
      <p:sp>
        <p:nvSpPr>
          <p:cNvPr id="15" name="Title 1">
            <a:extLst>
              <a:ext uri="{FF2B5EF4-FFF2-40B4-BE49-F238E27FC236}">
                <a16:creationId xmlns:a16="http://schemas.microsoft.com/office/drawing/2014/main" id="{548C3F48-DABF-4818-8690-B03D97561ACB}"/>
              </a:ext>
            </a:extLst>
          </p:cNvPr>
          <p:cNvSpPr>
            <a:spLocks noGrp="1"/>
          </p:cNvSpPr>
          <p:nvPr>
            <p:ph type="title"/>
          </p:nvPr>
        </p:nvSpPr>
        <p:spPr>
          <a:xfrm>
            <a:off x="838199" y="365125"/>
            <a:ext cx="11223172" cy="1325563"/>
          </a:xfrm>
        </p:spPr>
        <p:txBody>
          <a:bodyPr/>
          <a:lstStyle/>
          <a:p>
            <a:r>
              <a:rPr lang="en-US"/>
              <a:t>Pop-up cộng điểm CME</a:t>
            </a:r>
            <a:endParaRPr lang="en-US" dirty="0"/>
          </a:p>
        </p:txBody>
      </p:sp>
      <p:sp>
        <p:nvSpPr>
          <p:cNvPr id="18" name="TextBox 17">
            <a:extLst>
              <a:ext uri="{FF2B5EF4-FFF2-40B4-BE49-F238E27FC236}">
                <a16:creationId xmlns:a16="http://schemas.microsoft.com/office/drawing/2014/main" id="{32398839-D96F-42BC-B783-D240A40A7525}"/>
              </a:ext>
            </a:extLst>
          </p:cNvPr>
          <p:cNvSpPr txBox="1"/>
          <p:nvPr/>
        </p:nvSpPr>
        <p:spPr>
          <a:xfrm>
            <a:off x="4489004" y="1690688"/>
            <a:ext cx="5018552" cy="861774"/>
          </a:xfrm>
          <a:prstGeom prst="rect">
            <a:avLst/>
          </a:prstGeom>
          <a:noFill/>
        </p:spPr>
        <p:txBody>
          <a:bodyPr wrap="square" rtlCol="0">
            <a:spAutoFit/>
          </a:bodyPr>
          <a:lstStyle/>
          <a:p>
            <a:r>
              <a:rPr lang="en-US" b="1"/>
              <a:t>Nội dung pop-up</a:t>
            </a:r>
          </a:p>
          <a:p>
            <a:endParaRPr lang="en-US" b="1"/>
          </a:p>
          <a:p>
            <a:r>
              <a:rPr lang="vi-VN" sz="1400"/>
              <a:t>“Chúc mừng bạn đã nhận được 10 điểm từ chương trình!</a:t>
            </a:r>
            <a:endParaRPr lang="en-US" sz="1400"/>
          </a:p>
        </p:txBody>
      </p:sp>
      <p:pic>
        <p:nvPicPr>
          <p:cNvPr id="3" name="Picture 2">
            <a:extLst>
              <a:ext uri="{FF2B5EF4-FFF2-40B4-BE49-F238E27FC236}">
                <a16:creationId xmlns:a16="http://schemas.microsoft.com/office/drawing/2014/main" id="{BB08333C-A5D2-4FA8-BCF5-5B591FD7BF1B}"/>
              </a:ext>
            </a:extLst>
          </p:cNvPr>
          <p:cNvPicPr>
            <a:picLocks noChangeAspect="1"/>
          </p:cNvPicPr>
          <p:nvPr/>
        </p:nvPicPr>
        <p:blipFill>
          <a:blip r:embed="rId2"/>
          <a:stretch>
            <a:fillRect/>
          </a:stretch>
        </p:blipFill>
        <p:spPr>
          <a:xfrm>
            <a:off x="1597732" y="1690688"/>
            <a:ext cx="2089890" cy="4352544"/>
          </a:xfrm>
          <a:prstGeom prst="rect">
            <a:avLst/>
          </a:prstGeom>
        </p:spPr>
      </p:pic>
      <p:sp>
        <p:nvSpPr>
          <p:cNvPr id="2" name="Slide Number Placeholder 1">
            <a:extLst>
              <a:ext uri="{FF2B5EF4-FFF2-40B4-BE49-F238E27FC236}">
                <a16:creationId xmlns:a16="http://schemas.microsoft.com/office/drawing/2014/main" id="{0B8D312B-9F09-429E-9491-8E05D14E4201}"/>
              </a:ext>
            </a:extLst>
          </p:cNvPr>
          <p:cNvSpPr>
            <a:spLocks noGrp="1"/>
          </p:cNvSpPr>
          <p:nvPr>
            <p:ph type="sldNum" sz="quarter" idx="12"/>
          </p:nvPr>
        </p:nvSpPr>
        <p:spPr/>
        <p:txBody>
          <a:bodyPr/>
          <a:lstStyle/>
          <a:p>
            <a:fld id="{041AA252-0293-3747-89C5-33321DF125FA}" type="slidenum">
              <a:rPr lang="en-US" smtClean="0"/>
              <a:t>12</a:t>
            </a:fld>
            <a:endParaRPr lang="en-US"/>
          </a:p>
        </p:txBody>
      </p:sp>
    </p:spTree>
    <p:extLst>
      <p:ext uri="{BB962C8B-B14F-4D97-AF65-F5344CB8AC3E}">
        <p14:creationId xmlns:p14="http://schemas.microsoft.com/office/powerpoint/2010/main" val="3773839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ECBB617-93E3-2B44-9021-12EABBD0C2AD}"/>
              </a:ext>
            </a:extLst>
          </p:cNvPr>
          <p:cNvSpPr txBox="1"/>
          <p:nvPr/>
        </p:nvSpPr>
        <p:spPr>
          <a:xfrm>
            <a:off x="6537044" y="992347"/>
            <a:ext cx="4979624" cy="923330"/>
          </a:xfrm>
          <a:prstGeom prst="rect">
            <a:avLst/>
          </a:prstGeom>
          <a:noFill/>
        </p:spPr>
        <p:txBody>
          <a:bodyPr wrap="square" rtlCol="0">
            <a:spAutoFit/>
          </a:bodyPr>
          <a:lstStyle/>
          <a:p>
            <a:pPr marL="285750" indent="-285750">
              <a:buFontTx/>
              <a:buChar char="-"/>
            </a:pPr>
            <a:endParaRPr lang="en-US" dirty="0"/>
          </a:p>
          <a:p>
            <a:pPr marL="285750" indent="-285750">
              <a:buFontTx/>
              <a:buChar char="-"/>
            </a:pPr>
            <a:endParaRPr lang="en-US" dirty="0"/>
          </a:p>
          <a:p>
            <a:pPr marL="285750" indent="-285750">
              <a:buFontTx/>
              <a:buChar char="-"/>
            </a:pPr>
            <a:endParaRPr lang="en-US" dirty="0"/>
          </a:p>
        </p:txBody>
      </p:sp>
      <p:sp>
        <p:nvSpPr>
          <p:cNvPr id="15" name="Title 1">
            <a:extLst>
              <a:ext uri="{FF2B5EF4-FFF2-40B4-BE49-F238E27FC236}">
                <a16:creationId xmlns:a16="http://schemas.microsoft.com/office/drawing/2014/main" id="{548C3F48-DABF-4818-8690-B03D97561ACB}"/>
              </a:ext>
            </a:extLst>
          </p:cNvPr>
          <p:cNvSpPr>
            <a:spLocks noGrp="1"/>
          </p:cNvSpPr>
          <p:nvPr>
            <p:ph type="title"/>
          </p:nvPr>
        </p:nvSpPr>
        <p:spPr>
          <a:xfrm>
            <a:off x="838200" y="365125"/>
            <a:ext cx="10515600" cy="1325563"/>
          </a:xfrm>
        </p:spPr>
        <p:txBody>
          <a:bodyPr/>
          <a:lstStyle/>
          <a:p>
            <a:r>
              <a:rPr lang="en-US"/>
              <a:t>Pop-up cộng điểm tin tức</a:t>
            </a:r>
            <a:endParaRPr lang="en-US" dirty="0"/>
          </a:p>
        </p:txBody>
      </p:sp>
      <p:sp>
        <p:nvSpPr>
          <p:cNvPr id="18" name="TextBox 17">
            <a:extLst>
              <a:ext uri="{FF2B5EF4-FFF2-40B4-BE49-F238E27FC236}">
                <a16:creationId xmlns:a16="http://schemas.microsoft.com/office/drawing/2014/main" id="{32398839-D96F-42BC-B783-D240A40A7525}"/>
              </a:ext>
            </a:extLst>
          </p:cNvPr>
          <p:cNvSpPr txBox="1"/>
          <p:nvPr/>
        </p:nvSpPr>
        <p:spPr>
          <a:xfrm>
            <a:off x="4489004" y="1690688"/>
            <a:ext cx="5260924" cy="3785652"/>
          </a:xfrm>
          <a:prstGeom prst="rect">
            <a:avLst/>
          </a:prstGeom>
          <a:noFill/>
        </p:spPr>
        <p:txBody>
          <a:bodyPr wrap="square" rtlCol="0">
            <a:spAutoFit/>
          </a:bodyPr>
          <a:lstStyle/>
          <a:p>
            <a:r>
              <a:rPr lang="en-US" b="1"/>
              <a:t>Nội dung pop-up</a:t>
            </a:r>
          </a:p>
          <a:p>
            <a:endParaRPr lang="en-US" b="1"/>
          </a:p>
          <a:p>
            <a:r>
              <a:rPr lang="vi-VN" sz="1400"/>
              <a:t>“Chúc mừng bạn đã nhận được 1 điểm từ chương trình!”</a:t>
            </a:r>
            <a:endParaRPr lang="en-US" sz="1400"/>
          </a:p>
          <a:p>
            <a:r>
              <a:rPr lang="en-US" sz="1400"/>
              <a:t>HOẶC</a:t>
            </a:r>
          </a:p>
          <a:p>
            <a:r>
              <a:rPr lang="vi-VN" sz="1400"/>
              <a:t>“Chúc mừng bạn đã nhận được </a:t>
            </a:r>
            <a:r>
              <a:rPr lang="en-US" sz="1400"/>
              <a:t>2</a:t>
            </a:r>
            <a:r>
              <a:rPr lang="vi-VN" sz="1400"/>
              <a:t> điểm từ chương trình!”</a:t>
            </a:r>
            <a:endParaRPr lang="en-US" sz="1400"/>
          </a:p>
          <a:p>
            <a:endParaRPr lang="en-US" sz="1400"/>
          </a:p>
          <a:p>
            <a:endParaRPr lang="en-US"/>
          </a:p>
          <a:p>
            <a:r>
              <a:rPr lang="en-US" b="1"/>
              <a:t>Note:</a:t>
            </a:r>
          </a:p>
          <a:p>
            <a:pPr marL="285750" indent="-285750">
              <a:buFont typeface="Wingdings" panose="05000000000000000000" pitchFamily="2" charset="2"/>
              <a:buChar char="ü"/>
            </a:pPr>
            <a:r>
              <a:rPr lang="en-US" sz="1600"/>
              <a:t>Cộng điểm cho tin tức khi xem bài tin chi tiết đạt </a:t>
            </a:r>
            <a:r>
              <a:rPr lang="en-US" sz="1600" b="1"/>
              <a:t>20 giây</a:t>
            </a:r>
          </a:p>
          <a:p>
            <a:pPr marL="285750" indent="-285750">
              <a:buFont typeface="Wingdings" panose="05000000000000000000" pitchFamily="2" charset="2"/>
              <a:buChar char="ü"/>
            </a:pPr>
            <a:r>
              <a:rPr lang="en-US" sz="1600"/>
              <a:t>Hiện pop-up ở màn hình chi tiết tin tức</a:t>
            </a:r>
          </a:p>
          <a:p>
            <a:pPr marL="285750" indent="-285750">
              <a:buFont typeface="Wingdings" panose="05000000000000000000" pitchFamily="2" charset="2"/>
              <a:buChar char="ü"/>
            </a:pPr>
            <a:r>
              <a:rPr lang="en-US" sz="1600"/>
              <a:t>Đối với các bài tin tức thuộc </a:t>
            </a:r>
            <a:r>
              <a:rPr lang="en-US" sz="1600" b="1"/>
              <a:t>Thông tin y khoa: cộng 1 điểm/bài</a:t>
            </a:r>
          </a:p>
          <a:p>
            <a:pPr marL="285750" indent="-285750">
              <a:buFont typeface="Wingdings" panose="05000000000000000000" pitchFamily="2" charset="2"/>
              <a:buChar char="ü"/>
            </a:pPr>
            <a:r>
              <a:rPr lang="en-US" sz="1600"/>
              <a:t>Đối với các bài tin tức thuộc</a:t>
            </a:r>
            <a:r>
              <a:rPr lang="en-US" sz="1600" b="1"/>
              <a:t> Kiến thức từ chuyên gia: cộng 2 điểm/bài</a:t>
            </a:r>
          </a:p>
          <a:p>
            <a:pPr marL="285750" indent="-285750">
              <a:buFont typeface="Wingdings" panose="05000000000000000000" pitchFamily="2" charset="2"/>
              <a:buChar char="ü"/>
            </a:pPr>
            <a:endParaRPr lang="vi-VN" sz="1600"/>
          </a:p>
        </p:txBody>
      </p:sp>
      <p:sp>
        <p:nvSpPr>
          <p:cNvPr id="2" name="Slide Number Placeholder 1">
            <a:extLst>
              <a:ext uri="{FF2B5EF4-FFF2-40B4-BE49-F238E27FC236}">
                <a16:creationId xmlns:a16="http://schemas.microsoft.com/office/drawing/2014/main" id="{DBFD674C-1F1A-4410-9278-281B5FA695FE}"/>
              </a:ext>
            </a:extLst>
          </p:cNvPr>
          <p:cNvSpPr>
            <a:spLocks noGrp="1"/>
          </p:cNvSpPr>
          <p:nvPr>
            <p:ph type="sldNum" sz="quarter" idx="12"/>
          </p:nvPr>
        </p:nvSpPr>
        <p:spPr/>
        <p:txBody>
          <a:bodyPr/>
          <a:lstStyle/>
          <a:p>
            <a:fld id="{041AA252-0293-3747-89C5-33321DF125FA}" type="slidenum">
              <a:rPr lang="en-US" smtClean="0"/>
              <a:t>13</a:t>
            </a:fld>
            <a:endParaRPr lang="en-US"/>
          </a:p>
        </p:txBody>
      </p:sp>
      <p:pic>
        <p:nvPicPr>
          <p:cNvPr id="7" name="Picture 6">
            <a:extLst>
              <a:ext uri="{FF2B5EF4-FFF2-40B4-BE49-F238E27FC236}">
                <a16:creationId xmlns:a16="http://schemas.microsoft.com/office/drawing/2014/main" id="{0468AA46-6537-4F91-B211-DB3E928E936A}"/>
              </a:ext>
            </a:extLst>
          </p:cNvPr>
          <p:cNvPicPr>
            <a:picLocks noChangeAspect="1"/>
          </p:cNvPicPr>
          <p:nvPr/>
        </p:nvPicPr>
        <p:blipFill>
          <a:blip r:embed="rId2"/>
          <a:stretch>
            <a:fillRect/>
          </a:stretch>
        </p:blipFill>
        <p:spPr>
          <a:xfrm>
            <a:off x="1584235" y="1690688"/>
            <a:ext cx="2089890" cy="4352544"/>
          </a:xfrm>
          <a:prstGeom prst="rect">
            <a:avLst/>
          </a:prstGeom>
        </p:spPr>
      </p:pic>
    </p:spTree>
    <p:extLst>
      <p:ext uri="{BB962C8B-B14F-4D97-AF65-F5344CB8AC3E}">
        <p14:creationId xmlns:p14="http://schemas.microsoft.com/office/powerpoint/2010/main" val="686764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ECBB617-93E3-2B44-9021-12EABBD0C2AD}"/>
              </a:ext>
            </a:extLst>
          </p:cNvPr>
          <p:cNvSpPr txBox="1"/>
          <p:nvPr/>
        </p:nvSpPr>
        <p:spPr>
          <a:xfrm>
            <a:off x="6537044" y="992347"/>
            <a:ext cx="4979624" cy="923330"/>
          </a:xfrm>
          <a:prstGeom prst="rect">
            <a:avLst/>
          </a:prstGeom>
          <a:noFill/>
        </p:spPr>
        <p:txBody>
          <a:bodyPr wrap="square" rtlCol="0">
            <a:spAutoFit/>
          </a:bodyPr>
          <a:lstStyle/>
          <a:p>
            <a:pPr marL="285750" indent="-285750">
              <a:buFontTx/>
              <a:buChar char="-"/>
            </a:pPr>
            <a:endParaRPr lang="en-US" dirty="0"/>
          </a:p>
          <a:p>
            <a:pPr marL="285750" indent="-285750">
              <a:buFontTx/>
              <a:buChar char="-"/>
            </a:pPr>
            <a:endParaRPr lang="en-US" dirty="0"/>
          </a:p>
          <a:p>
            <a:pPr marL="285750" indent="-285750">
              <a:buFontTx/>
              <a:buChar char="-"/>
            </a:pPr>
            <a:endParaRPr lang="en-US" dirty="0"/>
          </a:p>
        </p:txBody>
      </p:sp>
      <p:sp>
        <p:nvSpPr>
          <p:cNvPr id="15" name="Title 1">
            <a:extLst>
              <a:ext uri="{FF2B5EF4-FFF2-40B4-BE49-F238E27FC236}">
                <a16:creationId xmlns:a16="http://schemas.microsoft.com/office/drawing/2014/main" id="{548C3F48-DABF-4818-8690-B03D97561ACB}"/>
              </a:ext>
            </a:extLst>
          </p:cNvPr>
          <p:cNvSpPr>
            <a:spLocks noGrp="1"/>
          </p:cNvSpPr>
          <p:nvPr>
            <p:ph type="title"/>
          </p:nvPr>
        </p:nvSpPr>
        <p:spPr>
          <a:xfrm>
            <a:off x="838199" y="365125"/>
            <a:ext cx="11223172" cy="1325563"/>
          </a:xfrm>
        </p:spPr>
        <p:txBody>
          <a:bodyPr/>
          <a:lstStyle/>
          <a:p>
            <a:r>
              <a:rPr lang="en-US"/>
              <a:t>Pop-up cộng điểm game</a:t>
            </a:r>
            <a:endParaRPr lang="en-US" dirty="0"/>
          </a:p>
        </p:txBody>
      </p:sp>
      <p:sp>
        <p:nvSpPr>
          <p:cNvPr id="18" name="TextBox 17">
            <a:extLst>
              <a:ext uri="{FF2B5EF4-FFF2-40B4-BE49-F238E27FC236}">
                <a16:creationId xmlns:a16="http://schemas.microsoft.com/office/drawing/2014/main" id="{32398839-D96F-42BC-B783-D240A40A7525}"/>
              </a:ext>
            </a:extLst>
          </p:cNvPr>
          <p:cNvSpPr txBox="1"/>
          <p:nvPr/>
        </p:nvSpPr>
        <p:spPr>
          <a:xfrm>
            <a:off x="4489004" y="1690688"/>
            <a:ext cx="5018552" cy="861774"/>
          </a:xfrm>
          <a:prstGeom prst="rect">
            <a:avLst/>
          </a:prstGeom>
          <a:noFill/>
        </p:spPr>
        <p:txBody>
          <a:bodyPr wrap="square" rtlCol="0">
            <a:spAutoFit/>
          </a:bodyPr>
          <a:lstStyle/>
          <a:p>
            <a:r>
              <a:rPr lang="en-US" b="1"/>
              <a:t>Nội dung pop-up</a:t>
            </a:r>
          </a:p>
          <a:p>
            <a:endParaRPr lang="en-US" b="1"/>
          </a:p>
          <a:p>
            <a:r>
              <a:rPr lang="vi-VN" sz="1400"/>
              <a:t>“Chúc mừng bạn đã nhận được 10 điểm từ chương trình!</a:t>
            </a:r>
            <a:endParaRPr lang="en-US" sz="1400"/>
          </a:p>
        </p:txBody>
      </p:sp>
      <p:pic>
        <p:nvPicPr>
          <p:cNvPr id="4" name="Picture 3">
            <a:extLst>
              <a:ext uri="{FF2B5EF4-FFF2-40B4-BE49-F238E27FC236}">
                <a16:creationId xmlns:a16="http://schemas.microsoft.com/office/drawing/2014/main" id="{04973B69-F1EC-4A88-945A-A209FD91B73F}"/>
              </a:ext>
            </a:extLst>
          </p:cNvPr>
          <p:cNvPicPr>
            <a:picLocks noChangeAspect="1"/>
          </p:cNvPicPr>
          <p:nvPr/>
        </p:nvPicPr>
        <p:blipFill>
          <a:blip r:embed="rId2"/>
          <a:stretch>
            <a:fillRect/>
          </a:stretch>
        </p:blipFill>
        <p:spPr>
          <a:xfrm>
            <a:off x="1597732" y="1690688"/>
            <a:ext cx="2089890" cy="4352544"/>
          </a:xfrm>
          <a:prstGeom prst="rect">
            <a:avLst/>
          </a:prstGeom>
        </p:spPr>
      </p:pic>
      <p:sp>
        <p:nvSpPr>
          <p:cNvPr id="2" name="Slide Number Placeholder 1">
            <a:extLst>
              <a:ext uri="{FF2B5EF4-FFF2-40B4-BE49-F238E27FC236}">
                <a16:creationId xmlns:a16="http://schemas.microsoft.com/office/drawing/2014/main" id="{F77C9227-D65D-4C79-ACD2-075E4E805621}"/>
              </a:ext>
            </a:extLst>
          </p:cNvPr>
          <p:cNvSpPr>
            <a:spLocks noGrp="1"/>
          </p:cNvSpPr>
          <p:nvPr>
            <p:ph type="sldNum" sz="quarter" idx="12"/>
          </p:nvPr>
        </p:nvSpPr>
        <p:spPr/>
        <p:txBody>
          <a:bodyPr/>
          <a:lstStyle/>
          <a:p>
            <a:fld id="{041AA252-0293-3747-89C5-33321DF125FA}" type="slidenum">
              <a:rPr lang="en-US" smtClean="0"/>
              <a:t>14</a:t>
            </a:fld>
            <a:endParaRPr lang="en-US"/>
          </a:p>
        </p:txBody>
      </p:sp>
    </p:spTree>
    <p:extLst>
      <p:ext uri="{BB962C8B-B14F-4D97-AF65-F5344CB8AC3E}">
        <p14:creationId xmlns:p14="http://schemas.microsoft.com/office/powerpoint/2010/main" val="38726321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75D16-E5E5-804D-B070-78FBD0BF499B}"/>
              </a:ext>
            </a:extLst>
          </p:cNvPr>
          <p:cNvSpPr>
            <a:spLocks noGrp="1"/>
          </p:cNvSpPr>
          <p:nvPr>
            <p:ph type="ctrTitle"/>
          </p:nvPr>
        </p:nvSpPr>
        <p:spPr/>
        <p:txBody>
          <a:bodyPr/>
          <a:lstStyle/>
          <a:p>
            <a:r>
              <a:rPr lang="en-US" b="1"/>
              <a:t>POP-UP THÔNG BÁO TRƯỚC NGÀY 27/3/21 </a:t>
            </a:r>
            <a:endParaRPr lang="en-US" b="1" dirty="0"/>
          </a:p>
        </p:txBody>
      </p:sp>
      <p:sp>
        <p:nvSpPr>
          <p:cNvPr id="3" name="Subtitle 2">
            <a:extLst>
              <a:ext uri="{FF2B5EF4-FFF2-40B4-BE49-F238E27FC236}">
                <a16:creationId xmlns:a16="http://schemas.microsoft.com/office/drawing/2014/main" id="{F77B4212-34DA-7949-8FB7-22CD23CCB9D6}"/>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id="{A25735C6-3D41-4AF1-ADDF-323CDCE6E0AA}"/>
              </a:ext>
            </a:extLst>
          </p:cNvPr>
          <p:cNvSpPr>
            <a:spLocks noGrp="1"/>
          </p:cNvSpPr>
          <p:nvPr>
            <p:ph type="sldNum" sz="quarter" idx="12"/>
          </p:nvPr>
        </p:nvSpPr>
        <p:spPr/>
        <p:txBody>
          <a:bodyPr/>
          <a:lstStyle/>
          <a:p>
            <a:fld id="{041AA252-0293-3747-89C5-33321DF125FA}" type="slidenum">
              <a:rPr lang="en-US" smtClean="0"/>
              <a:t>15</a:t>
            </a:fld>
            <a:endParaRPr lang="en-US"/>
          </a:p>
        </p:txBody>
      </p:sp>
    </p:spTree>
    <p:extLst>
      <p:ext uri="{BB962C8B-B14F-4D97-AF65-F5344CB8AC3E}">
        <p14:creationId xmlns:p14="http://schemas.microsoft.com/office/powerpoint/2010/main" val="3530805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CC05017-3753-4EFB-B2B7-EEE0117BC713}"/>
              </a:ext>
            </a:extLst>
          </p:cNvPr>
          <p:cNvPicPr>
            <a:picLocks noChangeAspect="1"/>
          </p:cNvPicPr>
          <p:nvPr/>
        </p:nvPicPr>
        <p:blipFill>
          <a:blip r:embed="rId3"/>
          <a:stretch>
            <a:fillRect/>
          </a:stretch>
        </p:blipFill>
        <p:spPr>
          <a:xfrm>
            <a:off x="2048900" y="1572230"/>
            <a:ext cx="2089890" cy="4352544"/>
          </a:xfrm>
          <a:prstGeom prst="rect">
            <a:avLst/>
          </a:prstGeom>
        </p:spPr>
      </p:pic>
      <p:sp>
        <p:nvSpPr>
          <p:cNvPr id="20" name="Title 1">
            <a:extLst>
              <a:ext uri="{FF2B5EF4-FFF2-40B4-BE49-F238E27FC236}">
                <a16:creationId xmlns:a16="http://schemas.microsoft.com/office/drawing/2014/main" id="{40F18072-2927-4BF5-88FE-25F7CA84C731}"/>
              </a:ext>
            </a:extLst>
          </p:cNvPr>
          <p:cNvSpPr txBox="1">
            <a:spLocks/>
          </p:cNvSpPr>
          <p:nvPr/>
        </p:nvSpPr>
        <p:spPr>
          <a:xfrm>
            <a:off x="660400" y="378285"/>
            <a:ext cx="108712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cxnSp>
        <p:nvCxnSpPr>
          <p:cNvPr id="22" name="Straight Arrow Connector 21">
            <a:extLst>
              <a:ext uri="{FF2B5EF4-FFF2-40B4-BE49-F238E27FC236}">
                <a16:creationId xmlns:a16="http://schemas.microsoft.com/office/drawing/2014/main" id="{0FDB118C-539A-4FDB-BB71-5FD0DD654C00}"/>
              </a:ext>
            </a:extLst>
          </p:cNvPr>
          <p:cNvCxnSpPr>
            <a:cxnSpLocks/>
          </p:cNvCxnSpPr>
          <p:nvPr/>
        </p:nvCxnSpPr>
        <p:spPr>
          <a:xfrm>
            <a:off x="1208181" y="3113006"/>
            <a:ext cx="1260140" cy="462352"/>
          </a:xfrm>
          <a:prstGeom prst="straightConnector1">
            <a:avLst/>
          </a:prstGeom>
          <a:ln>
            <a:solidFill>
              <a:srgbClr val="FF0000"/>
            </a:solidFill>
            <a:tailEnd type="triangle"/>
          </a:ln>
        </p:spPr>
        <p:style>
          <a:lnRef idx="2">
            <a:schemeClr val="accent6"/>
          </a:lnRef>
          <a:fillRef idx="0">
            <a:schemeClr val="accent6"/>
          </a:fillRef>
          <a:effectRef idx="1">
            <a:schemeClr val="accent6"/>
          </a:effectRef>
          <a:fontRef idx="minor">
            <a:schemeClr val="tx1"/>
          </a:fontRef>
        </p:style>
      </p:cxnSp>
      <p:sp>
        <p:nvSpPr>
          <p:cNvPr id="23" name="TextBox 22">
            <a:extLst>
              <a:ext uri="{FF2B5EF4-FFF2-40B4-BE49-F238E27FC236}">
                <a16:creationId xmlns:a16="http://schemas.microsoft.com/office/drawing/2014/main" id="{E3061BF4-DE69-432C-9C1D-739B5BE1FD47}"/>
              </a:ext>
            </a:extLst>
          </p:cNvPr>
          <p:cNvSpPr txBox="1"/>
          <p:nvPr/>
        </p:nvSpPr>
        <p:spPr>
          <a:xfrm>
            <a:off x="838199" y="2875002"/>
            <a:ext cx="301686" cy="369332"/>
          </a:xfrm>
          <a:prstGeom prst="rect">
            <a:avLst/>
          </a:prstGeom>
          <a:noFill/>
        </p:spPr>
        <p:txBody>
          <a:bodyPr wrap="none" rtlCol="0">
            <a:spAutoFit/>
          </a:bodyPr>
          <a:lstStyle/>
          <a:p>
            <a:r>
              <a:rPr lang="en-US" dirty="0">
                <a:solidFill>
                  <a:srgbClr val="FF0000"/>
                </a:solidFill>
              </a:rPr>
              <a:t>1</a:t>
            </a:r>
          </a:p>
        </p:txBody>
      </p:sp>
      <p:sp>
        <p:nvSpPr>
          <p:cNvPr id="34" name="TextBox 33">
            <a:extLst>
              <a:ext uri="{FF2B5EF4-FFF2-40B4-BE49-F238E27FC236}">
                <a16:creationId xmlns:a16="http://schemas.microsoft.com/office/drawing/2014/main" id="{C045E39B-DF98-4416-8DD0-1C33793ADCF1}"/>
              </a:ext>
            </a:extLst>
          </p:cNvPr>
          <p:cNvSpPr txBox="1"/>
          <p:nvPr/>
        </p:nvSpPr>
        <p:spPr>
          <a:xfrm>
            <a:off x="5923722" y="1823042"/>
            <a:ext cx="5363403" cy="4062651"/>
          </a:xfrm>
          <a:prstGeom prst="rect">
            <a:avLst/>
          </a:prstGeom>
          <a:noFill/>
        </p:spPr>
        <p:txBody>
          <a:bodyPr wrap="square" rtlCol="0">
            <a:spAutoFit/>
          </a:bodyPr>
          <a:lstStyle/>
          <a:p>
            <a:r>
              <a:rPr lang="en-US" b="1">
                <a:latin typeface="Calibri (Body)"/>
              </a:rPr>
              <a:t>Nội dung:</a:t>
            </a:r>
          </a:p>
          <a:p>
            <a:endParaRPr lang="en-US" sz="1600" b="1">
              <a:latin typeface="Calibri (Body)"/>
            </a:endParaRPr>
          </a:p>
          <a:p>
            <a:r>
              <a:rPr lang="en-US" sz="1600">
                <a:latin typeface="Calibri (Body)"/>
              </a:rPr>
              <a:t>“</a:t>
            </a:r>
            <a:r>
              <a:rPr lang="vi-VN" sz="1600">
                <a:latin typeface="Calibri (Body)"/>
              </a:rPr>
              <a:t>Chương trình </a:t>
            </a:r>
            <a:r>
              <a:rPr lang="vi-VN" sz="1600" b="1">
                <a:latin typeface="Calibri (Body)"/>
              </a:rPr>
              <a:t>“Đào tạo y khoa liên tục” </a:t>
            </a:r>
            <a:r>
              <a:rPr lang="vi-VN" sz="1600">
                <a:latin typeface="Calibri (Body)"/>
              </a:rPr>
              <a:t>sẽ được cập nhật chi tiết vào ngày </a:t>
            </a:r>
            <a:r>
              <a:rPr lang="vi-VN" sz="1600" b="1">
                <a:latin typeface="Calibri (Body)"/>
              </a:rPr>
              <a:t>xx/05/2021. </a:t>
            </a:r>
            <a:endParaRPr lang="en-US" sz="1600" b="1">
              <a:latin typeface="Calibri (Body)"/>
            </a:endParaRPr>
          </a:p>
          <a:p>
            <a:r>
              <a:rPr lang="vi-VN" sz="1600">
                <a:latin typeface="Calibri (Body)"/>
              </a:rPr>
              <a:t>Bài 1. Đánh giá toàn diện trẻ sơ sinh sau khi sanh</a:t>
            </a:r>
            <a:endParaRPr lang="en-US" sz="1600">
              <a:latin typeface="Calibri (Body)"/>
            </a:endParaRPr>
          </a:p>
          <a:p>
            <a:r>
              <a:rPr lang="vi-VN" sz="1600">
                <a:latin typeface="Calibri (Body)"/>
              </a:rPr>
              <a:t>Bài 2. Xây dựng mối quan hệ mẹ con sau sanh và phương pháp Kangaroo</a:t>
            </a:r>
            <a:endParaRPr lang="en-US" sz="1600">
              <a:latin typeface="Calibri (Body)"/>
            </a:endParaRPr>
          </a:p>
          <a:p>
            <a:r>
              <a:rPr lang="vi-VN" sz="1600">
                <a:latin typeface="Calibri (Body)"/>
              </a:rPr>
              <a:t>Bài 3. </a:t>
            </a:r>
            <a:r>
              <a:rPr lang="en-US" sz="1600">
                <a:latin typeface="Calibri (Body)"/>
              </a:rPr>
              <a:t>Đang cập nhật</a:t>
            </a:r>
            <a:endParaRPr lang="vi-VN" sz="1600">
              <a:latin typeface="Calibri (Body)"/>
            </a:endParaRPr>
          </a:p>
          <a:p>
            <a:r>
              <a:rPr lang="vi-VN" sz="1600">
                <a:latin typeface="Calibri (Body)"/>
              </a:rPr>
              <a:t>Bài 4</a:t>
            </a:r>
            <a:r>
              <a:rPr lang="en-US" sz="1600">
                <a:latin typeface="Calibri (Body)"/>
              </a:rPr>
              <a:t>. Đang cập nhật</a:t>
            </a:r>
            <a:endParaRPr lang="vi-VN" sz="1600">
              <a:latin typeface="Calibri (Body)"/>
            </a:endParaRPr>
          </a:p>
          <a:p>
            <a:r>
              <a:rPr lang="vi-VN" sz="1600" b="1">
                <a:latin typeface="Calibri (Body)"/>
              </a:rPr>
              <a:t>Kính mời Quý hộ sinh theo dõi</a:t>
            </a:r>
            <a:r>
              <a:rPr lang="en-US" sz="1600">
                <a:latin typeface="Calibri (Body)"/>
              </a:rPr>
              <a:t>”</a:t>
            </a:r>
            <a:endParaRPr lang="vi-VN" sz="1600">
              <a:latin typeface="Calibri (Body)"/>
            </a:endParaRPr>
          </a:p>
          <a:p>
            <a:endParaRPr lang="en-US" sz="1800"/>
          </a:p>
          <a:p>
            <a:pPr marL="285750" indent="-285750">
              <a:buFont typeface="Arial" panose="020B0604020202020204" pitchFamily="34" charset="0"/>
              <a:buChar char="•"/>
            </a:pPr>
            <a:endParaRPr lang="en-US" dirty="0"/>
          </a:p>
          <a:p>
            <a:endParaRPr lang="en-US" dirty="0"/>
          </a:p>
          <a:p>
            <a:pPr marL="342900" indent="-342900">
              <a:buFont typeface="+mj-lt"/>
              <a:buAutoNum type="arabicPeriod"/>
            </a:pPr>
            <a:endParaRPr lang="en-US" dirty="0"/>
          </a:p>
          <a:p>
            <a:pPr marL="285750" indent="-285750">
              <a:buFontTx/>
              <a:buChar char="-"/>
            </a:pPr>
            <a:endParaRPr lang="en-US" dirty="0"/>
          </a:p>
        </p:txBody>
      </p:sp>
      <p:sp>
        <p:nvSpPr>
          <p:cNvPr id="21" name="Title 1">
            <a:extLst>
              <a:ext uri="{FF2B5EF4-FFF2-40B4-BE49-F238E27FC236}">
                <a16:creationId xmlns:a16="http://schemas.microsoft.com/office/drawing/2014/main" id="{C3FB59E5-EBD2-41EE-88CE-10763C969767}"/>
              </a:ext>
            </a:extLst>
          </p:cNvPr>
          <p:cNvSpPr>
            <a:spLocks noGrp="1"/>
          </p:cNvSpPr>
          <p:nvPr>
            <p:ph type="title"/>
          </p:nvPr>
        </p:nvSpPr>
        <p:spPr>
          <a:xfrm>
            <a:off x="838199" y="365125"/>
            <a:ext cx="11223172" cy="1325563"/>
          </a:xfrm>
        </p:spPr>
        <p:txBody>
          <a:bodyPr/>
          <a:lstStyle/>
          <a:p>
            <a:r>
              <a:rPr lang="en-US"/>
              <a:t>Pop-up thông báo thời gian lên CME</a:t>
            </a:r>
            <a:endParaRPr lang="en-US" dirty="0"/>
          </a:p>
        </p:txBody>
      </p:sp>
      <p:sp>
        <p:nvSpPr>
          <p:cNvPr id="2" name="Slide Number Placeholder 1">
            <a:extLst>
              <a:ext uri="{FF2B5EF4-FFF2-40B4-BE49-F238E27FC236}">
                <a16:creationId xmlns:a16="http://schemas.microsoft.com/office/drawing/2014/main" id="{BFE3D239-6100-4131-A936-3206829D1DDF}"/>
              </a:ext>
            </a:extLst>
          </p:cNvPr>
          <p:cNvSpPr>
            <a:spLocks noGrp="1"/>
          </p:cNvSpPr>
          <p:nvPr>
            <p:ph type="sldNum" sz="quarter" idx="12"/>
          </p:nvPr>
        </p:nvSpPr>
        <p:spPr/>
        <p:txBody>
          <a:bodyPr/>
          <a:lstStyle/>
          <a:p>
            <a:fld id="{041AA252-0293-3747-89C5-33321DF125FA}" type="slidenum">
              <a:rPr lang="en-US" smtClean="0"/>
              <a:t>16</a:t>
            </a:fld>
            <a:endParaRPr lang="en-US"/>
          </a:p>
        </p:txBody>
      </p:sp>
    </p:spTree>
    <p:extLst>
      <p:ext uri="{BB962C8B-B14F-4D97-AF65-F5344CB8AC3E}">
        <p14:creationId xmlns:p14="http://schemas.microsoft.com/office/powerpoint/2010/main" val="1222855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734B8D6-F090-4F79-AF91-159F0A932EEE}"/>
              </a:ext>
            </a:extLst>
          </p:cNvPr>
          <p:cNvPicPr>
            <a:picLocks noChangeAspect="1"/>
          </p:cNvPicPr>
          <p:nvPr/>
        </p:nvPicPr>
        <p:blipFill>
          <a:blip r:embed="rId3"/>
          <a:stretch>
            <a:fillRect/>
          </a:stretch>
        </p:blipFill>
        <p:spPr>
          <a:xfrm>
            <a:off x="2106131" y="1823042"/>
            <a:ext cx="2089890" cy="4352544"/>
          </a:xfrm>
          <a:prstGeom prst="rect">
            <a:avLst/>
          </a:prstGeom>
        </p:spPr>
      </p:pic>
      <p:sp>
        <p:nvSpPr>
          <p:cNvPr id="20" name="Title 1">
            <a:extLst>
              <a:ext uri="{FF2B5EF4-FFF2-40B4-BE49-F238E27FC236}">
                <a16:creationId xmlns:a16="http://schemas.microsoft.com/office/drawing/2014/main" id="{40F18072-2927-4BF5-88FE-25F7CA84C731}"/>
              </a:ext>
            </a:extLst>
          </p:cNvPr>
          <p:cNvSpPr txBox="1">
            <a:spLocks/>
          </p:cNvSpPr>
          <p:nvPr/>
        </p:nvSpPr>
        <p:spPr>
          <a:xfrm>
            <a:off x="660400" y="378285"/>
            <a:ext cx="108712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cxnSp>
        <p:nvCxnSpPr>
          <p:cNvPr id="22" name="Straight Arrow Connector 21">
            <a:extLst>
              <a:ext uri="{FF2B5EF4-FFF2-40B4-BE49-F238E27FC236}">
                <a16:creationId xmlns:a16="http://schemas.microsoft.com/office/drawing/2014/main" id="{0FDB118C-539A-4FDB-BB71-5FD0DD654C00}"/>
              </a:ext>
            </a:extLst>
          </p:cNvPr>
          <p:cNvCxnSpPr>
            <a:cxnSpLocks/>
          </p:cNvCxnSpPr>
          <p:nvPr/>
        </p:nvCxnSpPr>
        <p:spPr>
          <a:xfrm>
            <a:off x="1208181" y="3113006"/>
            <a:ext cx="1260140" cy="462352"/>
          </a:xfrm>
          <a:prstGeom prst="straightConnector1">
            <a:avLst/>
          </a:prstGeom>
          <a:ln>
            <a:solidFill>
              <a:srgbClr val="FF0000"/>
            </a:solidFill>
            <a:tailEnd type="triangle"/>
          </a:ln>
        </p:spPr>
        <p:style>
          <a:lnRef idx="2">
            <a:schemeClr val="accent6"/>
          </a:lnRef>
          <a:fillRef idx="0">
            <a:schemeClr val="accent6"/>
          </a:fillRef>
          <a:effectRef idx="1">
            <a:schemeClr val="accent6"/>
          </a:effectRef>
          <a:fontRef idx="minor">
            <a:schemeClr val="tx1"/>
          </a:fontRef>
        </p:style>
      </p:cxnSp>
      <p:sp>
        <p:nvSpPr>
          <p:cNvPr id="23" name="TextBox 22">
            <a:extLst>
              <a:ext uri="{FF2B5EF4-FFF2-40B4-BE49-F238E27FC236}">
                <a16:creationId xmlns:a16="http://schemas.microsoft.com/office/drawing/2014/main" id="{E3061BF4-DE69-432C-9C1D-739B5BE1FD47}"/>
              </a:ext>
            </a:extLst>
          </p:cNvPr>
          <p:cNvSpPr txBox="1"/>
          <p:nvPr/>
        </p:nvSpPr>
        <p:spPr>
          <a:xfrm>
            <a:off x="838199" y="2875002"/>
            <a:ext cx="301686" cy="369332"/>
          </a:xfrm>
          <a:prstGeom prst="rect">
            <a:avLst/>
          </a:prstGeom>
          <a:noFill/>
        </p:spPr>
        <p:txBody>
          <a:bodyPr wrap="none" rtlCol="0">
            <a:spAutoFit/>
          </a:bodyPr>
          <a:lstStyle/>
          <a:p>
            <a:r>
              <a:rPr lang="en-US" dirty="0">
                <a:solidFill>
                  <a:srgbClr val="FF0000"/>
                </a:solidFill>
              </a:rPr>
              <a:t>1</a:t>
            </a:r>
          </a:p>
        </p:txBody>
      </p:sp>
      <p:sp>
        <p:nvSpPr>
          <p:cNvPr id="34" name="TextBox 33">
            <a:extLst>
              <a:ext uri="{FF2B5EF4-FFF2-40B4-BE49-F238E27FC236}">
                <a16:creationId xmlns:a16="http://schemas.microsoft.com/office/drawing/2014/main" id="{C045E39B-DF98-4416-8DD0-1C33793ADCF1}"/>
              </a:ext>
            </a:extLst>
          </p:cNvPr>
          <p:cNvSpPr txBox="1"/>
          <p:nvPr/>
        </p:nvSpPr>
        <p:spPr>
          <a:xfrm>
            <a:off x="5923722" y="1823042"/>
            <a:ext cx="5363403" cy="3016210"/>
          </a:xfrm>
          <a:prstGeom prst="rect">
            <a:avLst/>
          </a:prstGeom>
          <a:noFill/>
        </p:spPr>
        <p:txBody>
          <a:bodyPr wrap="square" rtlCol="0">
            <a:spAutoFit/>
          </a:bodyPr>
          <a:lstStyle/>
          <a:p>
            <a:r>
              <a:rPr lang="en-US" b="1">
                <a:latin typeface="Calibri (Body)"/>
              </a:rPr>
              <a:t>Nội dung:</a:t>
            </a:r>
          </a:p>
          <a:p>
            <a:endParaRPr lang="en-US" b="1">
              <a:latin typeface="Calibri (Body)"/>
            </a:endParaRPr>
          </a:p>
          <a:p>
            <a:r>
              <a:rPr lang="en-US" sz="1600">
                <a:latin typeface="Calibri (Body)"/>
              </a:rPr>
              <a:t>“</a:t>
            </a:r>
            <a:r>
              <a:rPr lang="vi-VN" sz="1600">
                <a:latin typeface="Calibri (Body)"/>
              </a:rPr>
              <a:t>Tham gia </a:t>
            </a:r>
            <a:r>
              <a:rPr lang="vi-VN" sz="1600" b="1">
                <a:latin typeface="Calibri (Body)"/>
              </a:rPr>
              <a:t>“Thử Thách Thông Thái”</a:t>
            </a:r>
            <a:r>
              <a:rPr lang="vi-VN" sz="1600">
                <a:latin typeface="Calibri (Body)"/>
              </a:rPr>
              <a:t> – </a:t>
            </a:r>
            <a:r>
              <a:rPr lang="vi-VN" sz="1600" b="1">
                <a:latin typeface="Calibri (Body)"/>
              </a:rPr>
              <a:t>“Tích điểm hăng hái”</a:t>
            </a:r>
            <a:r>
              <a:rPr lang="vi-VN" sz="1600">
                <a:latin typeface="Calibri (Body)"/>
              </a:rPr>
              <a:t> để nhận về các vật phẩm gợi nhớ hấp dẫn!</a:t>
            </a:r>
          </a:p>
          <a:p>
            <a:endParaRPr lang="vi-VN" sz="1600">
              <a:latin typeface="Calibri (Body)"/>
            </a:endParaRPr>
          </a:p>
          <a:p>
            <a:r>
              <a:rPr lang="vi-VN" sz="1600">
                <a:latin typeface="Calibri (Body)"/>
              </a:rPr>
              <a:t>Kính mời Quý hộ sinh cùng tham gia vào ngày </a:t>
            </a:r>
            <a:r>
              <a:rPr lang="vi-VN" sz="1600" b="1">
                <a:latin typeface="Calibri (Body)"/>
              </a:rPr>
              <a:t>15/04/2021</a:t>
            </a:r>
            <a:r>
              <a:rPr lang="en-US" sz="1600">
                <a:latin typeface="Calibri (Body)"/>
              </a:rPr>
              <a:t>”</a:t>
            </a:r>
            <a:endParaRPr lang="vi-VN" sz="1600">
              <a:latin typeface="Calibri (Body)"/>
            </a:endParaRPr>
          </a:p>
          <a:p>
            <a:endParaRPr lang="en-US" sz="1800"/>
          </a:p>
          <a:p>
            <a:pPr marL="285750" indent="-285750">
              <a:buFont typeface="Arial" panose="020B0604020202020204" pitchFamily="34" charset="0"/>
              <a:buChar char="•"/>
            </a:pPr>
            <a:endParaRPr lang="en-US" dirty="0"/>
          </a:p>
          <a:p>
            <a:endParaRPr lang="en-US" dirty="0"/>
          </a:p>
          <a:p>
            <a:pPr marL="342900" indent="-342900">
              <a:buFont typeface="+mj-lt"/>
              <a:buAutoNum type="arabicPeriod"/>
            </a:pPr>
            <a:endParaRPr lang="en-US" dirty="0"/>
          </a:p>
          <a:p>
            <a:pPr marL="285750" indent="-285750">
              <a:buFontTx/>
              <a:buChar char="-"/>
            </a:pPr>
            <a:endParaRPr lang="en-US" dirty="0"/>
          </a:p>
        </p:txBody>
      </p:sp>
      <p:sp>
        <p:nvSpPr>
          <p:cNvPr id="21" name="Title 1">
            <a:extLst>
              <a:ext uri="{FF2B5EF4-FFF2-40B4-BE49-F238E27FC236}">
                <a16:creationId xmlns:a16="http://schemas.microsoft.com/office/drawing/2014/main" id="{C3FB59E5-EBD2-41EE-88CE-10763C969767}"/>
              </a:ext>
            </a:extLst>
          </p:cNvPr>
          <p:cNvSpPr>
            <a:spLocks noGrp="1"/>
          </p:cNvSpPr>
          <p:nvPr>
            <p:ph type="title"/>
          </p:nvPr>
        </p:nvSpPr>
        <p:spPr>
          <a:xfrm>
            <a:off x="838199" y="365125"/>
            <a:ext cx="11223172" cy="1325563"/>
          </a:xfrm>
        </p:spPr>
        <p:txBody>
          <a:bodyPr/>
          <a:lstStyle/>
          <a:p>
            <a:r>
              <a:rPr lang="en-US"/>
              <a:t>Pop-up thông báo thời gian lên CME</a:t>
            </a:r>
            <a:endParaRPr lang="en-US" dirty="0"/>
          </a:p>
        </p:txBody>
      </p:sp>
      <p:sp>
        <p:nvSpPr>
          <p:cNvPr id="2" name="Slide Number Placeholder 1">
            <a:extLst>
              <a:ext uri="{FF2B5EF4-FFF2-40B4-BE49-F238E27FC236}">
                <a16:creationId xmlns:a16="http://schemas.microsoft.com/office/drawing/2014/main" id="{3C7C84AF-8256-477E-8140-0C64BBF1F347}"/>
              </a:ext>
            </a:extLst>
          </p:cNvPr>
          <p:cNvSpPr>
            <a:spLocks noGrp="1"/>
          </p:cNvSpPr>
          <p:nvPr>
            <p:ph type="sldNum" sz="quarter" idx="12"/>
          </p:nvPr>
        </p:nvSpPr>
        <p:spPr/>
        <p:txBody>
          <a:bodyPr/>
          <a:lstStyle/>
          <a:p>
            <a:fld id="{041AA252-0293-3747-89C5-33321DF125FA}" type="slidenum">
              <a:rPr lang="en-US" smtClean="0"/>
              <a:t>17</a:t>
            </a:fld>
            <a:endParaRPr lang="en-US"/>
          </a:p>
        </p:txBody>
      </p:sp>
    </p:spTree>
    <p:extLst>
      <p:ext uri="{BB962C8B-B14F-4D97-AF65-F5344CB8AC3E}">
        <p14:creationId xmlns:p14="http://schemas.microsoft.com/office/powerpoint/2010/main" val="11101790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75D16-E5E5-804D-B070-78FBD0BF499B}"/>
              </a:ext>
            </a:extLst>
          </p:cNvPr>
          <p:cNvSpPr>
            <a:spLocks noGrp="1"/>
          </p:cNvSpPr>
          <p:nvPr>
            <p:ph type="ctrTitle"/>
          </p:nvPr>
        </p:nvSpPr>
        <p:spPr/>
        <p:txBody>
          <a:bodyPr/>
          <a:lstStyle/>
          <a:p>
            <a:r>
              <a:rPr lang="en-US" b="1"/>
              <a:t>ĐỔI QUÀ</a:t>
            </a:r>
            <a:endParaRPr lang="en-US" b="1" dirty="0"/>
          </a:p>
        </p:txBody>
      </p:sp>
      <p:sp>
        <p:nvSpPr>
          <p:cNvPr id="3" name="Subtitle 2">
            <a:extLst>
              <a:ext uri="{FF2B5EF4-FFF2-40B4-BE49-F238E27FC236}">
                <a16:creationId xmlns:a16="http://schemas.microsoft.com/office/drawing/2014/main" id="{F77B4212-34DA-7949-8FB7-22CD23CCB9D6}"/>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id="{A25735C6-3D41-4AF1-ADDF-323CDCE6E0AA}"/>
              </a:ext>
            </a:extLst>
          </p:cNvPr>
          <p:cNvSpPr>
            <a:spLocks noGrp="1"/>
          </p:cNvSpPr>
          <p:nvPr>
            <p:ph type="sldNum" sz="quarter" idx="12"/>
          </p:nvPr>
        </p:nvSpPr>
        <p:spPr/>
        <p:txBody>
          <a:bodyPr/>
          <a:lstStyle/>
          <a:p>
            <a:fld id="{041AA252-0293-3747-89C5-33321DF125FA}" type="slidenum">
              <a:rPr lang="en-US" smtClean="0"/>
              <a:t>18</a:t>
            </a:fld>
            <a:endParaRPr lang="en-US"/>
          </a:p>
        </p:txBody>
      </p:sp>
    </p:spTree>
    <p:extLst>
      <p:ext uri="{BB962C8B-B14F-4D97-AF65-F5344CB8AC3E}">
        <p14:creationId xmlns:p14="http://schemas.microsoft.com/office/powerpoint/2010/main" val="6207342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78419029-C55F-4D39-A099-05C2DBD5E2DF}"/>
              </a:ext>
            </a:extLst>
          </p:cNvPr>
          <p:cNvPicPr>
            <a:picLocks noChangeAspect="1"/>
          </p:cNvPicPr>
          <p:nvPr/>
        </p:nvPicPr>
        <p:blipFill>
          <a:blip r:embed="rId2"/>
          <a:stretch>
            <a:fillRect/>
          </a:stretch>
        </p:blipFill>
        <p:spPr>
          <a:xfrm>
            <a:off x="4407541" y="1303757"/>
            <a:ext cx="1237615" cy="2553101"/>
          </a:xfrm>
          <a:prstGeom prst="rect">
            <a:avLst/>
          </a:prstGeom>
        </p:spPr>
      </p:pic>
      <p:pic>
        <p:nvPicPr>
          <p:cNvPr id="5" name="Picture 4">
            <a:extLst>
              <a:ext uri="{FF2B5EF4-FFF2-40B4-BE49-F238E27FC236}">
                <a16:creationId xmlns:a16="http://schemas.microsoft.com/office/drawing/2014/main" id="{F312987C-D4B8-477E-8DCD-546BE15B301E}"/>
              </a:ext>
            </a:extLst>
          </p:cNvPr>
          <p:cNvPicPr>
            <a:picLocks noChangeAspect="1"/>
          </p:cNvPicPr>
          <p:nvPr/>
        </p:nvPicPr>
        <p:blipFill>
          <a:blip r:embed="rId3"/>
          <a:stretch>
            <a:fillRect/>
          </a:stretch>
        </p:blipFill>
        <p:spPr>
          <a:xfrm>
            <a:off x="672654" y="1876050"/>
            <a:ext cx="2089891" cy="4352544"/>
          </a:xfrm>
          <a:prstGeom prst="rect">
            <a:avLst/>
          </a:prstGeom>
        </p:spPr>
      </p:pic>
      <p:sp>
        <p:nvSpPr>
          <p:cNvPr id="9" name="TextBox 8">
            <a:extLst>
              <a:ext uri="{FF2B5EF4-FFF2-40B4-BE49-F238E27FC236}">
                <a16:creationId xmlns:a16="http://schemas.microsoft.com/office/drawing/2014/main" id="{FECBB617-93E3-2B44-9021-12EABBD0C2AD}"/>
              </a:ext>
            </a:extLst>
          </p:cNvPr>
          <p:cNvSpPr txBox="1"/>
          <p:nvPr/>
        </p:nvSpPr>
        <p:spPr>
          <a:xfrm>
            <a:off x="6374176" y="1731107"/>
            <a:ext cx="4979624" cy="4524315"/>
          </a:xfrm>
          <a:prstGeom prst="rect">
            <a:avLst/>
          </a:prstGeom>
          <a:noFill/>
        </p:spPr>
        <p:txBody>
          <a:bodyPr wrap="square" rtlCol="0">
            <a:spAutoFit/>
          </a:bodyPr>
          <a:lstStyle/>
          <a:p>
            <a:pPr marL="342900" indent="-342900">
              <a:buFont typeface="+mj-lt"/>
              <a:buAutoNum type="arabicPeriod"/>
            </a:pPr>
            <a:r>
              <a:rPr lang="en-US"/>
              <a:t>Nút “Đổi quà” </a:t>
            </a:r>
            <a:r>
              <a:rPr lang="en-US">
                <a:sym typeface="Wingdings" panose="05000000000000000000" pitchFamily="2" charset="2"/>
              </a:rPr>
              <a:t> Click vào hiện pop-up thông báo: chia thành 2 trường hợp:</a:t>
            </a:r>
          </a:p>
          <a:p>
            <a:endParaRPr lang="en-US">
              <a:sym typeface="Wingdings" panose="05000000000000000000" pitchFamily="2" charset="2"/>
            </a:endParaRPr>
          </a:p>
          <a:p>
            <a:r>
              <a:rPr lang="en-US" sz="1800" b="1"/>
              <a:t>TH1: Đối với user đã đủ điểm đổi quà bất kỳ</a:t>
            </a:r>
          </a:p>
          <a:p>
            <a:pPr marL="342900" indent="-342900">
              <a:buAutoNum type="alphaLcPeriod"/>
            </a:pPr>
            <a:r>
              <a:rPr lang="en-US" sz="1800"/>
              <a:t>“Đổi quà này” </a:t>
            </a:r>
            <a:r>
              <a:rPr lang="en-US" sz="1800">
                <a:sym typeface="Wingdings" panose="05000000000000000000" pitchFamily="2" charset="2"/>
              </a:rPr>
              <a:t> Click vào hiện pop-up thông báo liên hệ với trình dược viên để đổi quà (kèm sdt của rep đó)</a:t>
            </a:r>
          </a:p>
          <a:p>
            <a:pPr marL="342900" indent="-342900">
              <a:buAutoNum type="alphaLcPeriod"/>
            </a:pPr>
            <a:r>
              <a:rPr lang="en-US">
                <a:sym typeface="Wingdings" panose="05000000000000000000" pitchFamily="2" charset="2"/>
              </a:rPr>
              <a:t>“Tiếp tục tích điểm”  Đóng pop-up</a:t>
            </a:r>
          </a:p>
          <a:p>
            <a:endParaRPr lang="en-US" sz="1800"/>
          </a:p>
          <a:p>
            <a:r>
              <a:rPr lang="en-US" sz="1800" b="1"/>
              <a:t>TH2: Đối với user chưa đủ điểm đổi quà</a:t>
            </a:r>
          </a:p>
          <a:p>
            <a:r>
              <a:rPr lang="en-US"/>
              <a:t>b.   </a:t>
            </a:r>
            <a:r>
              <a:rPr lang="en-US">
                <a:sym typeface="Wingdings" panose="05000000000000000000" pitchFamily="2" charset="2"/>
              </a:rPr>
              <a:t>“Tiếp tục tích điểm”  Đóng pop-up</a:t>
            </a:r>
            <a:endParaRPr lang="en-US" sz="1800"/>
          </a:p>
          <a:p>
            <a:endParaRPr lang="en-US" sz="1800"/>
          </a:p>
          <a:p>
            <a:pPr marL="285750" indent="-285750">
              <a:buFont typeface="Arial" panose="020B0604020202020204" pitchFamily="34" charset="0"/>
              <a:buChar char="•"/>
            </a:pPr>
            <a:endParaRPr lang="en-US" dirty="0"/>
          </a:p>
          <a:p>
            <a:endParaRPr lang="en-US" dirty="0"/>
          </a:p>
          <a:p>
            <a:pPr marL="342900" indent="-342900">
              <a:buFont typeface="+mj-lt"/>
              <a:buAutoNum type="arabicPeriod"/>
            </a:pPr>
            <a:endParaRPr lang="en-US" dirty="0"/>
          </a:p>
          <a:p>
            <a:pPr marL="285750" indent="-285750">
              <a:buFontTx/>
              <a:buChar char="-"/>
            </a:pPr>
            <a:endParaRPr lang="en-US" dirty="0"/>
          </a:p>
        </p:txBody>
      </p:sp>
      <p:sp>
        <p:nvSpPr>
          <p:cNvPr id="11" name="Title 1">
            <a:extLst>
              <a:ext uri="{FF2B5EF4-FFF2-40B4-BE49-F238E27FC236}">
                <a16:creationId xmlns:a16="http://schemas.microsoft.com/office/drawing/2014/main" id="{717F19D0-CFB6-1A40-9454-39BC28FA57A7}"/>
              </a:ext>
            </a:extLst>
          </p:cNvPr>
          <p:cNvSpPr>
            <a:spLocks noGrp="1"/>
          </p:cNvSpPr>
          <p:nvPr>
            <p:ph type="title"/>
          </p:nvPr>
        </p:nvSpPr>
        <p:spPr>
          <a:xfrm>
            <a:off x="660400" y="378285"/>
            <a:ext cx="10871200" cy="1325563"/>
          </a:xfrm>
        </p:spPr>
        <p:txBody>
          <a:bodyPr/>
          <a:lstStyle/>
          <a:p>
            <a:r>
              <a:rPr lang="en-US" dirty="0" err="1"/>
              <a:t>Màn</a:t>
            </a:r>
            <a:r>
              <a:rPr lang="en-US" dirty="0"/>
              <a:t> </a:t>
            </a:r>
            <a:r>
              <a:rPr lang="en-US" err="1"/>
              <a:t>hình</a:t>
            </a:r>
            <a:r>
              <a:rPr lang="en-US"/>
              <a:t> Đổi quà – Giai đoạn 1: trước 15/4/21</a:t>
            </a:r>
            <a:endParaRPr lang="en-US" dirty="0"/>
          </a:p>
        </p:txBody>
      </p:sp>
      <p:cxnSp>
        <p:nvCxnSpPr>
          <p:cNvPr id="14" name="Straight Arrow Connector 13">
            <a:extLst>
              <a:ext uri="{FF2B5EF4-FFF2-40B4-BE49-F238E27FC236}">
                <a16:creationId xmlns:a16="http://schemas.microsoft.com/office/drawing/2014/main" id="{E833B870-5AB3-0A41-82FA-314431874A1B}"/>
              </a:ext>
            </a:extLst>
          </p:cNvPr>
          <p:cNvCxnSpPr>
            <a:cxnSpLocks/>
          </p:cNvCxnSpPr>
          <p:nvPr/>
        </p:nvCxnSpPr>
        <p:spPr>
          <a:xfrm>
            <a:off x="1867760" y="1832343"/>
            <a:ext cx="480332" cy="652597"/>
          </a:xfrm>
          <a:prstGeom prst="straightConnector1">
            <a:avLst/>
          </a:prstGeom>
          <a:ln>
            <a:solidFill>
              <a:srgbClr val="FF0000"/>
            </a:solidFill>
            <a:tailEnd type="triangle"/>
          </a:ln>
        </p:spPr>
        <p:style>
          <a:lnRef idx="2">
            <a:schemeClr val="accent6"/>
          </a:lnRef>
          <a:fillRef idx="0">
            <a:schemeClr val="accent6"/>
          </a:fillRef>
          <a:effectRef idx="1">
            <a:schemeClr val="accent6"/>
          </a:effectRef>
          <a:fontRef idx="minor">
            <a:schemeClr val="tx1"/>
          </a:fontRef>
        </p:style>
      </p:cxnSp>
      <p:sp>
        <p:nvSpPr>
          <p:cNvPr id="16" name="TextBox 15">
            <a:extLst>
              <a:ext uri="{FF2B5EF4-FFF2-40B4-BE49-F238E27FC236}">
                <a16:creationId xmlns:a16="http://schemas.microsoft.com/office/drawing/2014/main" id="{EBC5D9F8-074E-7844-98EE-0191499DBD58}"/>
              </a:ext>
            </a:extLst>
          </p:cNvPr>
          <p:cNvSpPr txBox="1"/>
          <p:nvPr/>
        </p:nvSpPr>
        <p:spPr>
          <a:xfrm>
            <a:off x="1620666" y="1519182"/>
            <a:ext cx="301686" cy="369332"/>
          </a:xfrm>
          <a:prstGeom prst="rect">
            <a:avLst/>
          </a:prstGeom>
          <a:noFill/>
        </p:spPr>
        <p:txBody>
          <a:bodyPr wrap="none" rtlCol="0">
            <a:spAutoFit/>
          </a:bodyPr>
          <a:lstStyle/>
          <a:p>
            <a:r>
              <a:rPr lang="en-US" dirty="0">
                <a:solidFill>
                  <a:srgbClr val="FF0000"/>
                </a:solidFill>
              </a:rPr>
              <a:t>1</a:t>
            </a:r>
          </a:p>
        </p:txBody>
      </p:sp>
      <p:sp>
        <p:nvSpPr>
          <p:cNvPr id="2" name="Slide Number Placeholder 1">
            <a:extLst>
              <a:ext uri="{FF2B5EF4-FFF2-40B4-BE49-F238E27FC236}">
                <a16:creationId xmlns:a16="http://schemas.microsoft.com/office/drawing/2014/main" id="{007E5034-3649-4763-9E5C-0CAB739472FD}"/>
              </a:ext>
            </a:extLst>
          </p:cNvPr>
          <p:cNvSpPr>
            <a:spLocks noGrp="1"/>
          </p:cNvSpPr>
          <p:nvPr>
            <p:ph type="sldNum" sz="quarter" idx="12"/>
          </p:nvPr>
        </p:nvSpPr>
        <p:spPr/>
        <p:txBody>
          <a:bodyPr/>
          <a:lstStyle/>
          <a:p>
            <a:fld id="{041AA252-0293-3747-89C5-33321DF125FA}" type="slidenum">
              <a:rPr lang="en-US" smtClean="0"/>
              <a:t>19</a:t>
            </a:fld>
            <a:endParaRPr lang="en-US"/>
          </a:p>
        </p:txBody>
      </p:sp>
      <p:sp>
        <p:nvSpPr>
          <p:cNvPr id="29" name="Arrow: Right 28">
            <a:extLst>
              <a:ext uri="{FF2B5EF4-FFF2-40B4-BE49-F238E27FC236}">
                <a16:creationId xmlns:a16="http://schemas.microsoft.com/office/drawing/2014/main" id="{1F709C5B-8EFE-4F6E-81C0-F761165AEF40}"/>
              </a:ext>
            </a:extLst>
          </p:cNvPr>
          <p:cNvSpPr/>
          <p:nvPr/>
        </p:nvSpPr>
        <p:spPr>
          <a:xfrm rot="19953476">
            <a:off x="3059714" y="2752495"/>
            <a:ext cx="1237615" cy="313240"/>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AB5C7267-A054-432E-8E9D-45D3F942E02D}"/>
              </a:ext>
            </a:extLst>
          </p:cNvPr>
          <p:cNvSpPr txBox="1"/>
          <p:nvPr/>
        </p:nvSpPr>
        <p:spPr>
          <a:xfrm rot="19960204">
            <a:off x="2699503" y="2349474"/>
            <a:ext cx="1584122" cy="46166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200"/>
              <a:t>Đối với user đã đủ điểm đổi quà bất kỳ</a:t>
            </a:r>
          </a:p>
        </p:txBody>
      </p:sp>
      <p:sp>
        <p:nvSpPr>
          <p:cNvPr id="31" name="Arrow: Right 30">
            <a:extLst>
              <a:ext uri="{FF2B5EF4-FFF2-40B4-BE49-F238E27FC236}">
                <a16:creationId xmlns:a16="http://schemas.microsoft.com/office/drawing/2014/main" id="{8AAE899B-5349-4856-A1FA-2C1A256A509A}"/>
              </a:ext>
            </a:extLst>
          </p:cNvPr>
          <p:cNvSpPr/>
          <p:nvPr/>
        </p:nvSpPr>
        <p:spPr>
          <a:xfrm rot="741995">
            <a:off x="2972707" y="4860243"/>
            <a:ext cx="1237615" cy="31324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AFF30A67-E6D8-4F90-A10D-1474E7BE1F0C}"/>
              </a:ext>
            </a:extLst>
          </p:cNvPr>
          <p:cNvSpPr txBox="1"/>
          <p:nvPr/>
        </p:nvSpPr>
        <p:spPr>
          <a:xfrm rot="748723">
            <a:off x="2739808" y="5134466"/>
            <a:ext cx="1584122" cy="46166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200"/>
              <a:t>Đối với user chưa đủ điểm đổi quà</a:t>
            </a:r>
          </a:p>
        </p:txBody>
      </p:sp>
      <p:pic>
        <p:nvPicPr>
          <p:cNvPr id="33" name="Picture 32">
            <a:extLst>
              <a:ext uri="{FF2B5EF4-FFF2-40B4-BE49-F238E27FC236}">
                <a16:creationId xmlns:a16="http://schemas.microsoft.com/office/drawing/2014/main" id="{81F02524-F6C1-4912-8E8B-E4100A8813E1}"/>
              </a:ext>
            </a:extLst>
          </p:cNvPr>
          <p:cNvPicPr>
            <a:picLocks noChangeAspect="1"/>
          </p:cNvPicPr>
          <p:nvPr/>
        </p:nvPicPr>
        <p:blipFill>
          <a:blip r:embed="rId4"/>
          <a:stretch>
            <a:fillRect/>
          </a:stretch>
        </p:blipFill>
        <p:spPr>
          <a:xfrm>
            <a:off x="4426897" y="4104197"/>
            <a:ext cx="1218259" cy="2551176"/>
          </a:xfrm>
          <a:prstGeom prst="rect">
            <a:avLst/>
          </a:prstGeom>
        </p:spPr>
      </p:pic>
      <p:cxnSp>
        <p:nvCxnSpPr>
          <p:cNvPr id="34" name="Straight Arrow Connector 33">
            <a:extLst>
              <a:ext uri="{FF2B5EF4-FFF2-40B4-BE49-F238E27FC236}">
                <a16:creationId xmlns:a16="http://schemas.microsoft.com/office/drawing/2014/main" id="{65447A22-EBF0-4D1B-A638-8614DA7A9732}"/>
              </a:ext>
            </a:extLst>
          </p:cNvPr>
          <p:cNvCxnSpPr>
            <a:cxnSpLocks/>
          </p:cNvCxnSpPr>
          <p:nvPr/>
        </p:nvCxnSpPr>
        <p:spPr>
          <a:xfrm flipV="1">
            <a:off x="4352362" y="3362552"/>
            <a:ext cx="376957" cy="189284"/>
          </a:xfrm>
          <a:prstGeom prst="straightConnector1">
            <a:avLst/>
          </a:prstGeom>
          <a:ln>
            <a:solidFill>
              <a:srgbClr val="FF0000"/>
            </a:solidFill>
            <a:tailEnd type="triangle"/>
          </a:ln>
        </p:spPr>
        <p:style>
          <a:lnRef idx="2">
            <a:schemeClr val="accent6"/>
          </a:lnRef>
          <a:fillRef idx="0">
            <a:schemeClr val="accent6"/>
          </a:fillRef>
          <a:effectRef idx="1">
            <a:schemeClr val="accent6"/>
          </a:effectRef>
          <a:fontRef idx="minor">
            <a:schemeClr val="tx1"/>
          </a:fontRef>
        </p:style>
      </p:cxnSp>
      <p:sp>
        <p:nvSpPr>
          <p:cNvPr id="35" name="TextBox 34">
            <a:extLst>
              <a:ext uri="{FF2B5EF4-FFF2-40B4-BE49-F238E27FC236}">
                <a16:creationId xmlns:a16="http://schemas.microsoft.com/office/drawing/2014/main" id="{DA96C4FB-3D69-424D-93D2-394DB605CD6A}"/>
              </a:ext>
            </a:extLst>
          </p:cNvPr>
          <p:cNvSpPr txBox="1"/>
          <p:nvPr/>
        </p:nvSpPr>
        <p:spPr>
          <a:xfrm>
            <a:off x="4078664" y="3347114"/>
            <a:ext cx="301686" cy="369332"/>
          </a:xfrm>
          <a:prstGeom prst="rect">
            <a:avLst/>
          </a:prstGeom>
          <a:noFill/>
        </p:spPr>
        <p:txBody>
          <a:bodyPr wrap="square" rtlCol="0">
            <a:spAutoFit/>
          </a:bodyPr>
          <a:lstStyle/>
          <a:p>
            <a:r>
              <a:rPr lang="en-US">
                <a:solidFill>
                  <a:srgbClr val="FF0000"/>
                </a:solidFill>
              </a:rPr>
              <a:t>a</a:t>
            </a:r>
            <a:endParaRPr lang="en-US" dirty="0">
              <a:solidFill>
                <a:srgbClr val="FF0000"/>
              </a:solidFill>
            </a:endParaRPr>
          </a:p>
        </p:txBody>
      </p:sp>
      <p:cxnSp>
        <p:nvCxnSpPr>
          <p:cNvPr id="38" name="Straight Arrow Connector 37">
            <a:extLst>
              <a:ext uri="{FF2B5EF4-FFF2-40B4-BE49-F238E27FC236}">
                <a16:creationId xmlns:a16="http://schemas.microsoft.com/office/drawing/2014/main" id="{923EB878-3088-4C22-A43C-8F98E4CC10E2}"/>
              </a:ext>
            </a:extLst>
          </p:cNvPr>
          <p:cNvCxnSpPr>
            <a:cxnSpLocks/>
          </p:cNvCxnSpPr>
          <p:nvPr/>
        </p:nvCxnSpPr>
        <p:spPr>
          <a:xfrm flipH="1" flipV="1">
            <a:off x="5312839" y="3398085"/>
            <a:ext cx="438666" cy="267390"/>
          </a:xfrm>
          <a:prstGeom prst="straightConnector1">
            <a:avLst/>
          </a:prstGeom>
          <a:ln>
            <a:solidFill>
              <a:srgbClr val="FF0000"/>
            </a:solidFill>
            <a:tailEnd type="triangle"/>
          </a:ln>
        </p:spPr>
        <p:style>
          <a:lnRef idx="2">
            <a:schemeClr val="accent6"/>
          </a:lnRef>
          <a:fillRef idx="0">
            <a:schemeClr val="accent6"/>
          </a:fillRef>
          <a:effectRef idx="1">
            <a:schemeClr val="accent6"/>
          </a:effectRef>
          <a:fontRef idx="minor">
            <a:schemeClr val="tx1"/>
          </a:fontRef>
        </p:style>
      </p:cxnSp>
      <p:sp>
        <p:nvSpPr>
          <p:cNvPr id="39" name="TextBox 38">
            <a:extLst>
              <a:ext uri="{FF2B5EF4-FFF2-40B4-BE49-F238E27FC236}">
                <a16:creationId xmlns:a16="http://schemas.microsoft.com/office/drawing/2014/main" id="{A5CAA7F0-8BEF-4B09-A5C1-2137123FEF9F}"/>
              </a:ext>
            </a:extLst>
          </p:cNvPr>
          <p:cNvSpPr txBox="1"/>
          <p:nvPr/>
        </p:nvSpPr>
        <p:spPr>
          <a:xfrm>
            <a:off x="5707980" y="3511724"/>
            <a:ext cx="301686" cy="369332"/>
          </a:xfrm>
          <a:prstGeom prst="rect">
            <a:avLst/>
          </a:prstGeom>
          <a:noFill/>
        </p:spPr>
        <p:txBody>
          <a:bodyPr wrap="square" rtlCol="0">
            <a:spAutoFit/>
          </a:bodyPr>
          <a:lstStyle/>
          <a:p>
            <a:r>
              <a:rPr lang="en-US">
                <a:solidFill>
                  <a:srgbClr val="FF0000"/>
                </a:solidFill>
              </a:rPr>
              <a:t>b</a:t>
            </a:r>
            <a:endParaRPr lang="en-US" dirty="0">
              <a:solidFill>
                <a:srgbClr val="FF0000"/>
              </a:solidFill>
            </a:endParaRPr>
          </a:p>
        </p:txBody>
      </p:sp>
      <p:cxnSp>
        <p:nvCxnSpPr>
          <p:cNvPr id="42" name="Straight Arrow Connector 41">
            <a:extLst>
              <a:ext uri="{FF2B5EF4-FFF2-40B4-BE49-F238E27FC236}">
                <a16:creationId xmlns:a16="http://schemas.microsoft.com/office/drawing/2014/main" id="{B84FCB5F-D448-4CC2-9372-D68B3759AD21}"/>
              </a:ext>
            </a:extLst>
          </p:cNvPr>
          <p:cNvCxnSpPr>
            <a:cxnSpLocks/>
          </p:cNvCxnSpPr>
          <p:nvPr/>
        </p:nvCxnSpPr>
        <p:spPr>
          <a:xfrm flipH="1" flipV="1">
            <a:off x="5319195" y="5494435"/>
            <a:ext cx="438666" cy="267390"/>
          </a:xfrm>
          <a:prstGeom prst="straightConnector1">
            <a:avLst/>
          </a:prstGeom>
          <a:ln>
            <a:solidFill>
              <a:srgbClr val="FF0000"/>
            </a:solidFill>
            <a:tailEnd type="triangle"/>
          </a:ln>
        </p:spPr>
        <p:style>
          <a:lnRef idx="2">
            <a:schemeClr val="accent6"/>
          </a:lnRef>
          <a:fillRef idx="0">
            <a:schemeClr val="accent6"/>
          </a:fillRef>
          <a:effectRef idx="1">
            <a:schemeClr val="accent6"/>
          </a:effectRef>
          <a:fontRef idx="minor">
            <a:schemeClr val="tx1"/>
          </a:fontRef>
        </p:style>
      </p:cxnSp>
      <p:sp>
        <p:nvSpPr>
          <p:cNvPr id="43" name="TextBox 42">
            <a:extLst>
              <a:ext uri="{FF2B5EF4-FFF2-40B4-BE49-F238E27FC236}">
                <a16:creationId xmlns:a16="http://schemas.microsoft.com/office/drawing/2014/main" id="{C349DBFE-8951-4332-AA1A-D726C9C1FD4D}"/>
              </a:ext>
            </a:extLst>
          </p:cNvPr>
          <p:cNvSpPr txBox="1"/>
          <p:nvPr/>
        </p:nvSpPr>
        <p:spPr>
          <a:xfrm>
            <a:off x="5794314" y="5628130"/>
            <a:ext cx="301686" cy="369332"/>
          </a:xfrm>
          <a:prstGeom prst="rect">
            <a:avLst/>
          </a:prstGeom>
          <a:noFill/>
        </p:spPr>
        <p:txBody>
          <a:bodyPr wrap="square" rtlCol="0">
            <a:spAutoFit/>
          </a:bodyPr>
          <a:lstStyle/>
          <a:p>
            <a:r>
              <a:rPr lang="en-US">
                <a:solidFill>
                  <a:srgbClr val="FF0000"/>
                </a:solidFill>
              </a:rPr>
              <a:t>b</a:t>
            </a:r>
            <a:endParaRPr lang="en-US" dirty="0">
              <a:solidFill>
                <a:srgbClr val="FF0000"/>
              </a:solidFill>
            </a:endParaRPr>
          </a:p>
        </p:txBody>
      </p:sp>
    </p:spTree>
    <p:extLst>
      <p:ext uri="{BB962C8B-B14F-4D97-AF65-F5344CB8AC3E}">
        <p14:creationId xmlns:p14="http://schemas.microsoft.com/office/powerpoint/2010/main" val="2150823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12987C-D4B8-477E-8DCD-546BE15B301E}"/>
              </a:ext>
            </a:extLst>
          </p:cNvPr>
          <p:cNvPicPr>
            <a:picLocks noChangeAspect="1"/>
          </p:cNvPicPr>
          <p:nvPr/>
        </p:nvPicPr>
        <p:blipFill>
          <a:blip r:embed="rId2"/>
          <a:stretch>
            <a:fillRect/>
          </a:stretch>
        </p:blipFill>
        <p:spPr>
          <a:xfrm>
            <a:off x="258201" y="1902878"/>
            <a:ext cx="2089891" cy="4352544"/>
          </a:xfrm>
          <a:prstGeom prst="rect">
            <a:avLst/>
          </a:prstGeom>
        </p:spPr>
      </p:pic>
      <p:sp>
        <p:nvSpPr>
          <p:cNvPr id="9" name="TextBox 8">
            <a:extLst>
              <a:ext uri="{FF2B5EF4-FFF2-40B4-BE49-F238E27FC236}">
                <a16:creationId xmlns:a16="http://schemas.microsoft.com/office/drawing/2014/main" id="{FECBB617-93E3-2B44-9021-12EABBD0C2AD}"/>
              </a:ext>
            </a:extLst>
          </p:cNvPr>
          <p:cNvSpPr txBox="1"/>
          <p:nvPr/>
        </p:nvSpPr>
        <p:spPr>
          <a:xfrm>
            <a:off x="7302425" y="1753398"/>
            <a:ext cx="4889576" cy="5632311"/>
          </a:xfrm>
          <a:prstGeom prst="rect">
            <a:avLst/>
          </a:prstGeom>
          <a:noFill/>
        </p:spPr>
        <p:txBody>
          <a:bodyPr wrap="square" rtlCol="0">
            <a:spAutoFit/>
          </a:bodyPr>
          <a:lstStyle/>
          <a:p>
            <a:pPr marL="342900" indent="-342900">
              <a:buFont typeface="+mj-lt"/>
              <a:buAutoNum type="arabicPeriod"/>
            </a:pPr>
            <a:r>
              <a:rPr lang="en-US"/>
              <a:t>Nút </a:t>
            </a:r>
            <a:r>
              <a:rPr lang="en-US" b="1"/>
              <a:t>“Đổi quà” </a:t>
            </a:r>
            <a:r>
              <a:rPr lang="en-US">
                <a:sym typeface="Wingdings" panose="05000000000000000000" pitchFamily="2" charset="2"/>
              </a:rPr>
              <a:t> Click vào hiện pop-up danh sách quà tặng</a:t>
            </a:r>
          </a:p>
          <a:p>
            <a:pPr marL="342900" indent="-342900">
              <a:buFont typeface="+mj-lt"/>
              <a:buAutoNum type="arabicPeriod"/>
            </a:pPr>
            <a:r>
              <a:rPr lang="en-US" sz="1800" b="1"/>
              <a:t>“Đổi quà ngay” </a:t>
            </a:r>
            <a:r>
              <a:rPr lang="en-US" sz="1800">
                <a:sym typeface="Wingdings" panose="05000000000000000000" pitchFamily="2" charset="2"/>
              </a:rPr>
              <a:t> Nếu đủ điểm đổi quà button sẽ nổi lên  Hiện pop-up “Đổi quà thành công”</a:t>
            </a:r>
          </a:p>
          <a:p>
            <a:pPr marL="342900" indent="-342900">
              <a:buFont typeface="+mj-lt"/>
              <a:buAutoNum type="arabicPeriod"/>
            </a:pPr>
            <a:r>
              <a:rPr lang="en-US" b="1">
                <a:sym typeface="Wingdings" panose="05000000000000000000" pitchFamily="2" charset="2"/>
              </a:rPr>
              <a:t>P</a:t>
            </a:r>
            <a:r>
              <a:rPr lang="en-US" sz="1800" b="1">
                <a:sym typeface="Wingdings" panose="05000000000000000000" pitchFamily="2" charset="2"/>
              </a:rPr>
              <a:t>op-up “Đổi quà thành công”</a:t>
            </a:r>
          </a:p>
          <a:p>
            <a:pPr marL="342900" indent="-342900">
              <a:buFont typeface="+mj-lt"/>
              <a:buAutoNum type="arabicPeriod"/>
            </a:pPr>
            <a:r>
              <a:rPr lang="en-US" b="1">
                <a:sym typeface="Wingdings" panose="05000000000000000000" pitchFamily="2" charset="2"/>
              </a:rPr>
              <a:t>“Liên hệ” </a:t>
            </a:r>
            <a:r>
              <a:rPr lang="en-US">
                <a:sym typeface="Wingdings" panose="05000000000000000000" pitchFamily="2" charset="2"/>
              </a:rPr>
              <a:t> </a:t>
            </a:r>
            <a:r>
              <a:rPr lang="en-US" sz="1800">
                <a:sym typeface="Wingdings" panose="05000000000000000000" pitchFamily="2" charset="2"/>
              </a:rPr>
              <a:t>Click vào hiện pop-up thông báo liên hệ với trình dược viên để đổi quà (kèm sdt của rep đó)</a:t>
            </a:r>
          </a:p>
          <a:p>
            <a:pPr marL="342900" indent="-342900">
              <a:buFont typeface="+mj-lt"/>
              <a:buAutoNum type="arabicPeriod"/>
            </a:pPr>
            <a:endParaRPr lang="en-US" sz="1800"/>
          </a:p>
          <a:p>
            <a:r>
              <a:rPr lang="en-US" b="1"/>
              <a:t>NOTE:</a:t>
            </a:r>
          </a:p>
          <a:p>
            <a:pPr marL="285750" indent="-285750">
              <a:buFont typeface="Arial" panose="020B0604020202020204" pitchFamily="34" charset="0"/>
              <a:buChar char="•"/>
            </a:pPr>
            <a:r>
              <a:rPr lang="en-US" i="1"/>
              <a:t>User chỉ được đổi quà 1 lần/tháng </a:t>
            </a:r>
            <a:r>
              <a:rPr lang="en-US" i="1">
                <a:sym typeface="Wingdings" panose="05000000000000000000" pitchFamily="2" charset="2"/>
              </a:rPr>
              <a:t> Sau khi đã xác nhận đổi 1 món quà bất kỳ thì dù có tích đủ điểm đổi các món quà khác, nút đổi quà vẫn ẩn (không thể đổi món khác)</a:t>
            </a:r>
          </a:p>
          <a:p>
            <a:pPr marL="285750" indent="-285750">
              <a:buFont typeface="Arial" panose="020B0604020202020204" pitchFamily="34" charset="0"/>
              <a:buChar char="•"/>
            </a:pPr>
            <a:r>
              <a:rPr lang="en-US" i="1">
                <a:sym typeface="Wingdings" panose="05000000000000000000" pitchFamily="2" charset="2"/>
              </a:rPr>
              <a:t>Qua tháng mới sẽ được tiếp tục đổi quà (vẫn có thể đổi món quà mà tháng trước đã đổi)</a:t>
            </a:r>
            <a:endParaRPr lang="en-US" i="1" dirty="0"/>
          </a:p>
          <a:p>
            <a:endParaRPr lang="en-US" dirty="0"/>
          </a:p>
          <a:p>
            <a:pPr marL="342900" indent="-342900">
              <a:buFont typeface="+mj-lt"/>
              <a:buAutoNum type="arabicPeriod"/>
            </a:pPr>
            <a:endParaRPr lang="en-US" dirty="0"/>
          </a:p>
          <a:p>
            <a:pPr marL="285750" indent="-285750">
              <a:buFontTx/>
              <a:buChar char="-"/>
            </a:pPr>
            <a:endParaRPr lang="en-US" dirty="0"/>
          </a:p>
        </p:txBody>
      </p:sp>
      <p:sp>
        <p:nvSpPr>
          <p:cNvPr id="11" name="Title 1">
            <a:extLst>
              <a:ext uri="{FF2B5EF4-FFF2-40B4-BE49-F238E27FC236}">
                <a16:creationId xmlns:a16="http://schemas.microsoft.com/office/drawing/2014/main" id="{717F19D0-CFB6-1A40-9454-39BC28FA57A7}"/>
              </a:ext>
            </a:extLst>
          </p:cNvPr>
          <p:cNvSpPr>
            <a:spLocks noGrp="1"/>
          </p:cNvSpPr>
          <p:nvPr>
            <p:ph type="title"/>
          </p:nvPr>
        </p:nvSpPr>
        <p:spPr>
          <a:xfrm>
            <a:off x="660400" y="378285"/>
            <a:ext cx="10871200" cy="1325563"/>
          </a:xfrm>
        </p:spPr>
        <p:txBody>
          <a:bodyPr/>
          <a:lstStyle/>
          <a:p>
            <a:r>
              <a:rPr lang="en-US" dirty="0" err="1"/>
              <a:t>Màn</a:t>
            </a:r>
            <a:r>
              <a:rPr lang="en-US" dirty="0"/>
              <a:t> </a:t>
            </a:r>
            <a:r>
              <a:rPr lang="en-US" err="1"/>
              <a:t>hình</a:t>
            </a:r>
            <a:r>
              <a:rPr lang="en-US"/>
              <a:t> Đổi quà – Giai đoạn 2: sau 15/4/21</a:t>
            </a:r>
            <a:endParaRPr lang="en-US" dirty="0"/>
          </a:p>
        </p:txBody>
      </p:sp>
      <p:cxnSp>
        <p:nvCxnSpPr>
          <p:cNvPr id="14" name="Straight Arrow Connector 13">
            <a:extLst>
              <a:ext uri="{FF2B5EF4-FFF2-40B4-BE49-F238E27FC236}">
                <a16:creationId xmlns:a16="http://schemas.microsoft.com/office/drawing/2014/main" id="{E833B870-5AB3-0A41-82FA-314431874A1B}"/>
              </a:ext>
            </a:extLst>
          </p:cNvPr>
          <p:cNvCxnSpPr>
            <a:cxnSpLocks/>
          </p:cNvCxnSpPr>
          <p:nvPr/>
        </p:nvCxnSpPr>
        <p:spPr>
          <a:xfrm>
            <a:off x="1380500" y="1902878"/>
            <a:ext cx="480332" cy="652597"/>
          </a:xfrm>
          <a:prstGeom prst="straightConnector1">
            <a:avLst/>
          </a:prstGeom>
          <a:ln>
            <a:solidFill>
              <a:srgbClr val="FF0000"/>
            </a:solidFill>
            <a:tailEnd type="triangle"/>
          </a:ln>
        </p:spPr>
        <p:style>
          <a:lnRef idx="2">
            <a:schemeClr val="accent6"/>
          </a:lnRef>
          <a:fillRef idx="0">
            <a:schemeClr val="accent6"/>
          </a:fillRef>
          <a:effectRef idx="1">
            <a:schemeClr val="accent6"/>
          </a:effectRef>
          <a:fontRef idx="minor">
            <a:schemeClr val="tx1"/>
          </a:fontRef>
        </p:style>
      </p:cxnSp>
      <p:sp>
        <p:nvSpPr>
          <p:cNvPr id="16" name="TextBox 15">
            <a:extLst>
              <a:ext uri="{FF2B5EF4-FFF2-40B4-BE49-F238E27FC236}">
                <a16:creationId xmlns:a16="http://schemas.microsoft.com/office/drawing/2014/main" id="{EBC5D9F8-074E-7844-98EE-0191499DBD58}"/>
              </a:ext>
            </a:extLst>
          </p:cNvPr>
          <p:cNvSpPr txBox="1"/>
          <p:nvPr/>
        </p:nvSpPr>
        <p:spPr>
          <a:xfrm>
            <a:off x="1154421" y="1565814"/>
            <a:ext cx="301686" cy="369332"/>
          </a:xfrm>
          <a:prstGeom prst="rect">
            <a:avLst/>
          </a:prstGeom>
          <a:noFill/>
        </p:spPr>
        <p:txBody>
          <a:bodyPr wrap="none" rtlCol="0">
            <a:spAutoFit/>
          </a:bodyPr>
          <a:lstStyle/>
          <a:p>
            <a:r>
              <a:rPr lang="en-US" dirty="0">
                <a:solidFill>
                  <a:srgbClr val="FF0000"/>
                </a:solidFill>
              </a:rPr>
              <a:t>1</a:t>
            </a:r>
          </a:p>
        </p:txBody>
      </p:sp>
      <p:sp>
        <p:nvSpPr>
          <p:cNvPr id="2" name="Slide Number Placeholder 1">
            <a:extLst>
              <a:ext uri="{FF2B5EF4-FFF2-40B4-BE49-F238E27FC236}">
                <a16:creationId xmlns:a16="http://schemas.microsoft.com/office/drawing/2014/main" id="{007E5034-3649-4763-9E5C-0CAB739472FD}"/>
              </a:ext>
            </a:extLst>
          </p:cNvPr>
          <p:cNvSpPr>
            <a:spLocks noGrp="1"/>
          </p:cNvSpPr>
          <p:nvPr>
            <p:ph type="sldNum" sz="quarter" idx="12"/>
          </p:nvPr>
        </p:nvSpPr>
        <p:spPr/>
        <p:txBody>
          <a:bodyPr/>
          <a:lstStyle/>
          <a:p>
            <a:fld id="{041AA252-0293-3747-89C5-33321DF125FA}" type="slidenum">
              <a:rPr lang="en-US" smtClean="0"/>
              <a:t>20</a:t>
            </a:fld>
            <a:endParaRPr lang="en-US"/>
          </a:p>
        </p:txBody>
      </p:sp>
      <p:pic>
        <p:nvPicPr>
          <p:cNvPr id="21" name="Picture 20">
            <a:extLst>
              <a:ext uri="{FF2B5EF4-FFF2-40B4-BE49-F238E27FC236}">
                <a16:creationId xmlns:a16="http://schemas.microsoft.com/office/drawing/2014/main" id="{B4FABA46-E788-431C-98DB-DBCC9C303718}"/>
              </a:ext>
            </a:extLst>
          </p:cNvPr>
          <p:cNvPicPr>
            <a:picLocks noChangeAspect="1"/>
          </p:cNvPicPr>
          <p:nvPr/>
        </p:nvPicPr>
        <p:blipFill>
          <a:blip r:embed="rId3"/>
          <a:stretch>
            <a:fillRect/>
          </a:stretch>
        </p:blipFill>
        <p:spPr>
          <a:xfrm>
            <a:off x="2595186" y="1902878"/>
            <a:ext cx="2157479" cy="4352544"/>
          </a:xfrm>
          <a:prstGeom prst="rect">
            <a:avLst/>
          </a:prstGeom>
        </p:spPr>
      </p:pic>
      <p:cxnSp>
        <p:nvCxnSpPr>
          <p:cNvPr id="22" name="Straight Arrow Connector 21">
            <a:extLst>
              <a:ext uri="{FF2B5EF4-FFF2-40B4-BE49-F238E27FC236}">
                <a16:creationId xmlns:a16="http://schemas.microsoft.com/office/drawing/2014/main" id="{3BFAEC3F-84EC-4199-A421-084DD4F3D524}"/>
              </a:ext>
            </a:extLst>
          </p:cNvPr>
          <p:cNvCxnSpPr>
            <a:cxnSpLocks/>
          </p:cNvCxnSpPr>
          <p:nvPr/>
        </p:nvCxnSpPr>
        <p:spPr>
          <a:xfrm flipH="1">
            <a:off x="3837566" y="3455530"/>
            <a:ext cx="915099" cy="433424"/>
          </a:xfrm>
          <a:prstGeom prst="straightConnector1">
            <a:avLst/>
          </a:prstGeom>
          <a:ln>
            <a:solidFill>
              <a:srgbClr val="FF0000"/>
            </a:solidFill>
            <a:tailEnd type="triangle"/>
          </a:ln>
        </p:spPr>
        <p:style>
          <a:lnRef idx="2">
            <a:schemeClr val="accent6"/>
          </a:lnRef>
          <a:fillRef idx="0">
            <a:schemeClr val="accent6"/>
          </a:fillRef>
          <a:effectRef idx="1">
            <a:schemeClr val="accent6"/>
          </a:effectRef>
          <a:fontRef idx="minor">
            <a:schemeClr val="tx1"/>
          </a:fontRef>
        </p:style>
      </p:cxnSp>
      <p:sp>
        <p:nvSpPr>
          <p:cNvPr id="23" name="TextBox 22">
            <a:extLst>
              <a:ext uri="{FF2B5EF4-FFF2-40B4-BE49-F238E27FC236}">
                <a16:creationId xmlns:a16="http://schemas.microsoft.com/office/drawing/2014/main" id="{7935E9EF-9BC5-4628-A7EF-E75E685097A7}"/>
              </a:ext>
            </a:extLst>
          </p:cNvPr>
          <p:cNvSpPr txBox="1"/>
          <p:nvPr/>
        </p:nvSpPr>
        <p:spPr>
          <a:xfrm>
            <a:off x="4718208" y="3256500"/>
            <a:ext cx="301686" cy="369332"/>
          </a:xfrm>
          <a:prstGeom prst="rect">
            <a:avLst/>
          </a:prstGeom>
          <a:noFill/>
        </p:spPr>
        <p:txBody>
          <a:bodyPr wrap="none" rtlCol="0">
            <a:spAutoFit/>
          </a:bodyPr>
          <a:lstStyle/>
          <a:p>
            <a:r>
              <a:rPr lang="en-US" dirty="0">
                <a:solidFill>
                  <a:srgbClr val="FF0000"/>
                </a:solidFill>
              </a:rPr>
              <a:t>2</a:t>
            </a:r>
          </a:p>
        </p:txBody>
      </p:sp>
      <p:pic>
        <p:nvPicPr>
          <p:cNvPr id="25" name="Picture 24">
            <a:extLst>
              <a:ext uri="{FF2B5EF4-FFF2-40B4-BE49-F238E27FC236}">
                <a16:creationId xmlns:a16="http://schemas.microsoft.com/office/drawing/2014/main" id="{2C294F0F-FDB0-48C4-B47A-AD6DEBF0EC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45029" y="1902878"/>
            <a:ext cx="1965031" cy="4352544"/>
          </a:xfrm>
          <a:prstGeom prst="rect">
            <a:avLst/>
          </a:prstGeom>
        </p:spPr>
      </p:pic>
      <p:cxnSp>
        <p:nvCxnSpPr>
          <p:cNvPr id="26" name="Straight Arrow Connector 25">
            <a:extLst>
              <a:ext uri="{FF2B5EF4-FFF2-40B4-BE49-F238E27FC236}">
                <a16:creationId xmlns:a16="http://schemas.microsoft.com/office/drawing/2014/main" id="{6E2FE1CE-6687-401E-ADD7-A5B777D31A78}"/>
              </a:ext>
            </a:extLst>
          </p:cNvPr>
          <p:cNvCxnSpPr>
            <a:cxnSpLocks/>
          </p:cNvCxnSpPr>
          <p:nvPr/>
        </p:nvCxnSpPr>
        <p:spPr>
          <a:xfrm flipH="1" flipV="1">
            <a:off x="6464089" y="4079151"/>
            <a:ext cx="613414" cy="459798"/>
          </a:xfrm>
          <a:prstGeom prst="straightConnector1">
            <a:avLst/>
          </a:prstGeom>
          <a:ln>
            <a:solidFill>
              <a:srgbClr val="FF0000"/>
            </a:solidFill>
            <a:tailEnd type="triangle"/>
          </a:ln>
        </p:spPr>
        <p:style>
          <a:lnRef idx="2">
            <a:schemeClr val="accent6"/>
          </a:lnRef>
          <a:fillRef idx="0">
            <a:schemeClr val="accent6"/>
          </a:fillRef>
          <a:effectRef idx="1">
            <a:schemeClr val="accent6"/>
          </a:effectRef>
          <a:fontRef idx="minor">
            <a:schemeClr val="tx1"/>
          </a:fontRef>
        </p:style>
      </p:cxnSp>
      <p:sp>
        <p:nvSpPr>
          <p:cNvPr id="27" name="TextBox 26">
            <a:extLst>
              <a:ext uri="{FF2B5EF4-FFF2-40B4-BE49-F238E27FC236}">
                <a16:creationId xmlns:a16="http://schemas.microsoft.com/office/drawing/2014/main" id="{41654962-CDD0-4F73-AD0C-063B7242B8B5}"/>
              </a:ext>
            </a:extLst>
          </p:cNvPr>
          <p:cNvSpPr txBox="1"/>
          <p:nvPr/>
        </p:nvSpPr>
        <p:spPr>
          <a:xfrm>
            <a:off x="7075744" y="4453572"/>
            <a:ext cx="301686" cy="369332"/>
          </a:xfrm>
          <a:prstGeom prst="rect">
            <a:avLst/>
          </a:prstGeom>
          <a:noFill/>
        </p:spPr>
        <p:txBody>
          <a:bodyPr wrap="none" rtlCol="0">
            <a:spAutoFit/>
          </a:bodyPr>
          <a:lstStyle/>
          <a:p>
            <a:r>
              <a:rPr lang="en-US">
                <a:solidFill>
                  <a:srgbClr val="FF0000"/>
                </a:solidFill>
              </a:rPr>
              <a:t>3</a:t>
            </a:r>
            <a:endParaRPr lang="en-US" dirty="0">
              <a:solidFill>
                <a:srgbClr val="FF0000"/>
              </a:solidFill>
            </a:endParaRPr>
          </a:p>
        </p:txBody>
      </p:sp>
      <p:cxnSp>
        <p:nvCxnSpPr>
          <p:cNvPr id="36" name="Straight Arrow Connector 35">
            <a:extLst>
              <a:ext uri="{FF2B5EF4-FFF2-40B4-BE49-F238E27FC236}">
                <a16:creationId xmlns:a16="http://schemas.microsoft.com/office/drawing/2014/main" id="{A3ABED4E-DA9F-4B1A-856C-112B3189DE81}"/>
              </a:ext>
            </a:extLst>
          </p:cNvPr>
          <p:cNvCxnSpPr>
            <a:cxnSpLocks/>
          </p:cNvCxnSpPr>
          <p:nvPr/>
        </p:nvCxnSpPr>
        <p:spPr>
          <a:xfrm flipH="1" flipV="1">
            <a:off x="4122079" y="5607067"/>
            <a:ext cx="915100" cy="602161"/>
          </a:xfrm>
          <a:prstGeom prst="straightConnector1">
            <a:avLst/>
          </a:prstGeom>
          <a:ln>
            <a:solidFill>
              <a:srgbClr val="FF0000"/>
            </a:solidFill>
            <a:tailEnd type="triangle"/>
          </a:ln>
        </p:spPr>
        <p:style>
          <a:lnRef idx="2">
            <a:schemeClr val="accent6"/>
          </a:lnRef>
          <a:fillRef idx="0">
            <a:schemeClr val="accent6"/>
          </a:fillRef>
          <a:effectRef idx="1">
            <a:schemeClr val="accent6"/>
          </a:effectRef>
          <a:fontRef idx="minor">
            <a:schemeClr val="tx1"/>
          </a:fontRef>
        </p:style>
      </p:cxnSp>
      <p:sp>
        <p:nvSpPr>
          <p:cNvPr id="37" name="TextBox 36">
            <a:extLst>
              <a:ext uri="{FF2B5EF4-FFF2-40B4-BE49-F238E27FC236}">
                <a16:creationId xmlns:a16="http://schemas.microsoft.com/office/drawing/2014/main" id="{9A97AAEB-7A7D-4B24-AC74-5FD9E5B6541D}"/>
              </a:ext>
            </a:extLst>
          </p:cNvPr>
          <p:cNvSpPr txBox="1"/>
          <p:nvPr/>
        </p:nvSpPr>
        <p:spPr>
          <a:xfrm>
            <a:off x="5045029" y="6171684"/>
            <a:ext cx="301686" cy="369332"/>
          </a:xfrm>
          <a:prstGeom prst="rect">
            <a:avLst/>
          </a:prstGeom>
          <a:noFill/>
        </p:spPr>
        <p:txBody>
          <a:bodyPr wrap="none" rtlCol="0">
            <a:spAutoFit/>
          </a:bodyPr>
          <a:lstStyle/>
          <a:p>
            <a:r>
              <a:rPr lang="en-US">
                <a:solidFill>
                  <a:srgbClr val="FF0000"/>
                </a:solidFill>
              </a:rPr>
              <a:t>4</a:t>
            </a:r>
            <a:endParaRPr lang="en-US" dirty="0">
              <a:solidFill>
                <a:srgbClr val="FF0000"/>
              </a:solidFill>
            </a:endParaRPr>
          </a:p>
        </p:txBody>
      </p:sp>
    </p:spTree>
    <p:extLst>
      <p:ext uri="{BB962C8B-B14F-4D97-AF65-F5344CB8AC3E}">
        <p14:creationId xmlns:p14="http://schemas.microsoft.com/office/powerpoint/2010/main" val="16550205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8F21E0EE-947C-41AE-9293-12AC0357B759}"/>
              </a:ext>
            </a:extLst>
          </p:cNvPr>
          <p:cNvGrpSpPr/>
          <p:nvPr/>
        </p:nvGrpSpPr>
        <p:grpSpPr>
          <a:xfrm>
            <a:off x="3092418" y="1703848"/>
            <a:ext cx="2182762" cy="4840275"/>
            <a:chOff x="3092418" y="1703848"/>
            <a:chExt cx="2182762" cy="4840275"/>
          </a:xfrm>
        </p:grpSpPr>
        <p:pic>
          <p:nvPicPr>
            <p:cNvPr id="7" name="Picture 6">
              <a:extLst>
                <a:ext uri="{FF2B5EF4-FFF2-40B4-BE49-F238E27FC236}">
                  <a16:creationId xmlns:a16="http://schemas.microsoft.com/office/drawing/2014/main" id="{BE5A2080-6C06-4F3C-B5FC-BB4157FEE1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2418" y="1703848"/>
              <a:ext cx="2182762" cy="4840275"/>
            </a:xfrm>
            <a:prstGeom prst="rect">
              <a:avLst/>
            </a:prstGeom>
          </p:spPr>
        </p:pic>
        <p:grpSp>
          <p:nvGrpSpPr>
            <p:cNvPr id="16" name="Group 15">
              <a:extLst>
                <a:ext uri="{FF2B5EF4-FFF2-40B4-BE49-F238E27FC236}">
                  <a16:creationId xmlns:a16="http://schemas.microsoft.com/office/drawing/2014/main" id="{301070C3-A346-429C-AC35-956D02AE4C4E}"/>
                </a:ext>
              </a:extLst>
            </p:cNvPr>
            <p:cNvGrpSpPr/>
            <p:nvPr/>
          </p:nvGrpSpPr>
          <p:grpSpPr>
            <a:xfrm>
              <a:off x="3339604" y="3506777"/>
              <a:ext cx="1133336" cy="2709285"/>
              <a:chOff x="3339604" y="3506777"/>
              <a:chExt cx="1133336" cy="2709285"/>
            </a:xfrm>
          </p:grpSpPr>
          <p:sp>
            <p:nvSpPr>
              <p:cNvPr id="15" name="TextBox 14">
                <a:extLst>
                  <a:ext uri="{FF2B5EF4-FFF2-40B4-BE49-F238E27FC236}">
                    <a16:creationId xmlns:a16="http://schemas.microsoft.com/office/drawing/2014/main" id="{1A97E370-4754-4369-9E4D-BE88652933E0}"/>
                  </a:ext>
                </a:extLst>
              </p:cNvPr>
              <p:cNvSpPr txBox="1"/>
              <p:nvPr/>
            </p:nvSpPr>
            <p:spPr>
              <a:xfrm>
                <a:off x="3339604" y="3506777"/>
                <a:ext cx="1133336" cy="415498"/>
              </a:xfrm>
              <a:prstGeom prst="rect">
                <a:avLst/>
              </a:prstGeom>
              <a:solidFill>
                <a:schemeClr val="bg1"/>
              </a:solidFill>
            </p:spPr>
            <p:txBody>
              <a:bodyPr wrap="square" rtlCol="0">
                <a:spAutoFit/>
              </a:bodyPr>
              <a:lstStyle/>
              <a:p>
                <a:r>
                  <a:rPr lang="en-US" sz="700">
                    <a:solidFill>
                      <a:schemeClr val="accent5">
                        <a:lumMod val="50000"/>
                      </a:schemeClr>
                    </a:solidFill>
                  </a:rPr>
                  <a:t>- Đã yêu cầu đổi 1 sổ tay</a:t>
                </a:r>
              </a:p>
              <a:p>
                <a:r>
                  <a:rPr lang="en-US" sz="700">
                    <a:solidFill>
                      <a:schemeClr val="accent5">
                        <a:lumMod val="50000"/>
                      </a:schemeClr>
                    </a:solidFill>
                  </a:rPr>
                  <a:t>- Ngày yêu cầu: 16/04/2021</a:t>
                </a:r>
              </a:p>
            </p:txBody>
          </p:sp>
          <p:sp>
            <p:nvSpPr>
              <p:cNvPr id="37" name="TextBox 36">
                <a:extLst>
                  <a:ext uri="{FF2B5EF4-FFF2-40B4-BE49-F238E27FC236}">
                    <a16:creationId xmlns:a16="http://schemas.microsoft.com/office/drawing/2014/main" id="{284A3DA4-B41B-4577-ADCF-0074FABBCA1C}"/>
                  </a:ext>
                </a:extLst>
              </p:cNvPr>
              <p:cNvSpPr txBox="1"/>
              <p:nvPr/>
            </p:nvSpPr>
            <p:spPr>
              <a:xfrm>
                <a:off x="3339604" y="6016007"/>
                <a:ext cx="1133336" cy="200055"/>
              </a:xfrm>
              <a:prstGeom prst="rect">
                <a:avLst/>
              </a:prstGeom>
              <a:solidFill>
                <a:schemeClr val="bg1"/>
              </a:solidFill>
            </p:spPr>
            <p:txBody>
              <a:bodyPr wrap="square" rtlCol="0">
                <a:spAutoFit/>
              </a:bodyPr>
              <a:lstStyle/>
              <a:p>
                <a:r>
                  <a:rPr lang="en-US" sz="700">
                    <a:solidFill>
                      <a:schemeClr val="accent5">
                        <a:lumMod val="50000"/>
                      </a:schemeClr>
                    </a:solidFill>
                  </a:rPr>
                  <a:t>- Đã giao quà</a:t>
                </a:r>
              </a:p>
            </p:txBody>
          </p:sp>
          <p:sp>
            <p:nvSpPr>
              <p:cNvPr id="39" name="TextBox 38">
                <a:extLst>
                  <a:ext uri="{FF2B5EF4-FFF2-40B4-BE49-F238E27FC236}">
                    <a16:creationId xmlns:a16="http://schemas.microsoft.com/office/drawing/2014/main" id="{B4E662A8-CB34-4ADA-B533-9E21199339A4}"/>
                  </a:ext>
                </a:extLst>
              </p:cNvPr>
              <p:cNvSpPr txBox="1"/>
              <p:nvPr/>
            </p:nvSpPr>
            <p:spPr>
              <a:xfrm>
                <a:off x="3339604" y="5377862"/>
                <a:ext cx="1133336" cy="415498"/>
              </a:xfrm>
              <a:prstGeom prst="rect">
                <a:avLst/>
              </a:prstGeom>
              <a:solidFill>
                <a:schemeClr val="bg1"/>
              </a:solidFill>
            </p:spPr>
            <p:txBody>
              <a:bodyPr wrap="square" rtlCol="0">
                <a:spAutoFit/>
              </a:bodyPr>
              <a:lstStyle/>
              <a:p>
                <a:r>
                  <a:rPr lang="en-US" sz="700">
                    <a:solidFill>
                      <a:schemeClr val="accent5">
                        <a:lumMod val="50000"/>
                      </a:schemeClr>
                    </a:solidFill>
                  </a:rPr>
                  <a:t>- Đã yêu cầu đổi 1 sổ tay</a:t>
                </a:r>
              </a:p>
              <a:p>
                <a:r>
                  <a:rPr lang="en-US" sz="700">
                    <a:solidFill>
                      <a:schemeClr val="accent5">
                        <a:lumMod val="50000"/>
                      </a:schemeClr>
                    </a:solidFill>
                  </a:rPr>
                  <a:t>- Ngày yêu cầu: 16/04/2021</a:t>
                </a:r>
              </a:p>
            </p:txBody>
          </p:sp>
          <p:sp>
            <p:nvSpPr>
              <p:cNvPr id="40" name="TextBox 39">
                <a:extLst>
                  <a:ext uri="{FF2B5EF4-FFF2-40B4-BE49-F238E27FC236}">
                    <a16:creationId xmlns:a16="http://schemas.microsoft.com/office/drawing/2014/main" id="{0C94DEEC-471E-41BA-BDAF-F96D19ACEB10}"/>
                  </a:ext>
                </a:extLst>
              </p:cNvPr>
              <p:cNvSpPr txBox="1"/>
              <p:nvPr/>
            </p:nvSpPr>
            <p:spPr>
              <a:xfrm>
                <a:off x="3339604" y="4154119"/>
                <a:ext cx="1133336" cy="415498"/>
              </a:xfrm>
              <a:prstGeom prst="rect">
                <a:avLst/>
              </a:prstGeom>
              <a:solidFill>
                <a:schemeClr val="bg1"/>
              </a:solidFill>
            </p:spPr>
            <p:txBody>
              <a:bodyPr wrap="square" rtlCol="0">
                <a:spAutoFit/>
              </a:bodyPr>
              <a:lstStyle/>
              <a:p>
                <a:r>
                  <a:rPr lang="en-US" sz="700">
                    <a:solidFill>
                      <a:schemeClr val="accent5">
                        <a:lumMod val="50000"/>
                      </a:schemeClr>
                    </a:solidFill>
                  </a:rPr>
                  <a:t>- Đã giao quà</a:t>
                </a:r>
              </a:p>
              <a:p>
                <a:r>
                  <a:rPr lang="en-US" sz="700">
                    <a:solidFill>
                      <a:schemeClr val="accent5">
                        <a:lumMod val="50000"/>
                      </a:schemeClr>
                    </a:solidFill>
                  </a:rPr>
                  <a:t>- Ngày xác nhận: 16/04/2021</a:t>
                </a:r>
              </a:p>
            </p:txBody>
          </p:sp>
        </p:grpSp>
      </p:grpSp>
      <p:grpSp>
        <p:nvGrpSpPr>
          <p:cNvPr id="5" name="Group 4">
            <a:extLst>
              <a:ext uri="{FF2B5EF4-FFF2-40B4-BE49-F238E27FC236}">
                <a16:creationId xmlns:a16="http://schemas.microsoft.com/office/drawing/2014/main" id="{E7252FEC-8877-4B31-94F6-A126B11BAF47}"/>
              </a:ext>
            </a:extLst>
          </p:cNvPr>
          <p:cNvGrpSpPr/>
          <p:nvPr/>
        </p:nvGrpSpPr>
        <p:grpSpPr>
          <a:xfrm>
            <a:off x="572444" y="1703848"/>
            <a:ext cx="2182761" cy="4840273"/>
            <a:chOff x="1416719" y="1763551"/>
            <a:chExt cx="2182761" cy="4840273"/>
          </a:xfrm>
        </p:grpSpPr>
        <p:pic>
          <p:nvPicPr>
            <p:cNvPr id="4" name="Picture 3">
              <a:extLst>
                <a:ext uri="{FF2B5EF4-FFF2-40B4-BE49-F238E27FC236}">
                  <a16:creationId xmlns:a16="http://schemas.microsoft.com/office/drawing/2014/main" id="{A601BCA7-0EB9-474A-8818-952D11E586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6719" y="1763551"/>
              <a:ext cx="2182761" cy="4840273"/>
            </a:xfrm>
            <a:prstGeom prst="rect">
              <a:avLst/>
            </a:prstGeom>
          </p:spPr>
        </p:pic>
        <p:sp>
          <p:nvSpPr>
            <p:cNvPr id="3" name="Rectangle 2">
              <a:extLst>
                <a:ext uri="{FF2B5EF4-FFF2-40B4-BE49-F238E27FC236}">
                  <a16:creationId xmlns:a16="http://schemas.microsoft.com/office/drawing/2014/main" id="{EE7849BE-B7AC-4DE3-858F-C5EC6ABF0F31}"/>
                </a:ext>
              </a:extLst>
            </p:cNvPr>
            <p:cNvSpPr/>
            <p:nvPr/>
          </p:nvSpPr>
          <p:spPr>
            <a:xfrm>
              <a:off x="2076450" y="3574638"/>
              <a:ext cx="731044" cy="121444"/>
            </a:xfrm>
            <a:prstGeom prst="rect">
              <a:avLst/>
            </a:prstGeom>
            <a:solidFill>
              <a:srgbClr val="EEF5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600" dirty="0">
                  <a:solidFill>
                    <a:srgbClr val="7E8185"/>
                  </a:solidFill>
                </a:rPr>
                <a:t>Nhập mã code</a:t>
              </a:r>
            </a:p>
          </p:txBody>
        </p:sp>
        <p:sp>
          <p:nvSpPr>
            <p:cNvPr id="19" name="Rectangle 18">
              <a:extLst>
                <a:ext uri="{FF2B5EF4-FFF2-40B4-BE49-F238E27FC236}">
                  <a16:creationId xmlns:a16="http://schemas.microsoft.com/office/drawing/2014/main" id="{93C66E88-9BAA-4FCA-AF3F-E9C43269F1FB}"/>
                </a:ext>
              </a:extLst>
            </p:cNvPr>
            <p:cNvSpPr/>
            <p:nvPr/>
          </p:nvSpPr>
          <p:spPr>
            <a:xfrm>
              <a:off x="2076450" y="3894622"/>
              <a:ext cx="731044" cy="121444"/>
            </a:xfrm>
            <a:prstGeom prst="rect">
              <a:avLst/>
            </a:prstGeom>
            <a:solidFill>
              <a:srgbClr val="EEF5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600" dirty="0">
                  <a:solidFill>
                    <a:srgbClr val="7E8185"/>
                  </a:solidFill>
                </a:rPr>
                <a:t>Password</a:t>
              </a:r>
            </a:p>
          </p:txBody>
        </p:sp>
      </p:grpSp>
      <p:sp>
        <p:nvSpPr>
          <p:cNvPr id="20" name="Title 1">
            <a:extLst>
              <a:ext uri="{FF2B5EF4-FFF2-40B4-BE49-F238E27FC236}">
                <a16:creationId xmlns:a16="http://schemas.microsoft.com/office/drawing/2014/main" id="{40F18072-2927-4BF5-88FE-25F7CA84C731}"/>
              </a:ext>
            </a:extLst>
          </p:cNvPr>
          <p:cNvSpPr txBox="1">
            <a:spLocks/>
          </p:cNvSpPr>
          <p:nvPr/>
        </p:nvSpPr>
        <p:spPr>
          <a:xfrm>
            <a:off x="660400" y="378285"/>
            <a:ext cx="108712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ỨNG DỤNG THÔNG BÁO ĐỔI QUÀ</a:t>
            </a:r>
            <a:endParaRPr lang="en-US" dirty="0"/>
          </a:p>
        </p:txBody>
      </p:sp>
      <p:cxnSp>
        <p:nvCxnSpPr>
          <p:cNvPr id="22" name="Straight Arrow Connector 21">
            <a:extLst>
              <a:ext uri="{FF2B5EF4-FFF2-40B4-BE49-F238E27FC236}">
                <a16:creationId xmlns:a16="http://schemas.microsoft.com/office/drawing/2014/main" id="{0FDB118C-539A-4FDB-BB71-5FD0DD654C00}"/>
              </a:ext>
            </a:extLst>
          </p:cNvPr>
          <p:cNvCxnSpPr>
            <a:cxnSpLocks/>
          </p:cNvCxnSpPr>
          <p:nvPr/>
        </p:nvCxnSpPr>
        <p:spPr>
          <a:xfrm>
            <a:off x="414789" y="3283759"/>
            <a:ext cx="632978" cy="462352"/>
          </a:xfrm>
          <a:prstGeom prst="straightConnector1">
            <a:avLst/>
          </a:prstGeom>
          <a:ln>
            <a:solidFill>
              <a:srgbClr val="FF0000"/>
            </a:solidFill>
            <a:tailEnd type="triangle"/>
          </a:ln>
        </p:spPr>
        <p:style>
          <a:lnRef idx="2">
            <a:schemeClr val="accent6"/>
          </a:lnRef>
          <a:fillRef idx="0">
            <a:schemeClr val="accent6"/>
          </a:fillRef>
          <a:effectRef idx="1">
            <a:schemeClr val="accent6"/>
          </a:effectRef>
          <a:fontRef idx="minor">
            <a:schemeClr val="tx1"/>
          </a:fontRef>
        </p:style>
      </p:cxnSp>
      <p:sp>
        <p:nvSpPr>
          <p:cNvPr id="23" name="TextBox 22">
            <a:extLst>
              <a:ext uri="{FF2B5EF4-FFF2-40B4-BE49-F238E27FC236}">
                <a16:creationId xmlns:a16="http://schemas.microsoft.com/office/drawing/2014/main" id="{E3061BF4-DE69-432C-9C1D-739B5BE1FD47}"/>
              </a:ext>
            </a:extLst>
          </p:cNvPr>
          <p:cNvSpPr txBox="1"/>
          <p:nvPr/>
        </p:nvSpPr>
        <p:spPr>
          <a:xfrm>
            <a:off x="155064" y="3059668"/>
            <a:ext cx="301686" cy="369332"/>
          </a:xfrm>
          <a:prstGeom prst="rect">
            <a:avLst/>
          </a:prstGeom>
          <a:noFill/>
        </p:spPr>
        <p:txBody>
          <a:bodyPr wrap="none" rtlCol="0">
            <a:spAutoFit/>
          </a:bodyPr>
          <a:lstStyle/>
          <a:p>
            <a:r>
              <a:rPr lang="en-US" dirty="0">
                <a:solidFill>
                  <a:srgbClr val="FF0000"/>
                </a:solidFill>
              </a:rPr>
              <a:t>1</a:t>
            </a:r>
          </a:p>
        </p:txBody>
      </p:sp>
      <p:cxnSp>
        <p:nvCxnSpPr>
          <p:cNvPr id="24" name="Straight Arrow Connector 23">
            <a:extLst>
              <a:ext uri="{FF2B5EF4-FFF2-40B4-BE49-F238E27FC236}">
                <a16:creationId xmlns:a16="http://schemas.microsoft.com/office/drawing/2014/main" id="{0E104DA5-70D2-4F3A-8788-168DDA8F740F}"/>
              </a:ext>
            </a:extLst>
          </p:cNvPr>
          <p:cNvCxnSpPr>
            <a:cxnSpLocks/>
          </p:cNvCxnSpPr>
          <p:nvPr/>
        </p:nvCxnSpPr>
        <p:spPr>
          <a:xfrm flipH="1">
            <a:off x="4886558" y="1818104"/>
            <a:ext cx="388622" cy="409902"/>
          </a:xfrm>
          <a:prstGeom prst="straightConnector1">
            <a:avLst/>
          </a:prstGeom>
          <a:ln>
            <a:solidFill>
              <a:srgbClr val="FF0000"/>
            </a:solidFill>
            <a:tailEnd type="triangle"/>
          </a:ln>
        </p:spPr>
        <p:style>
          <a:lnRef idx="2">
            <a:schemeClr val="accent6"/>
          </a:lnRef>
          <a:fillRef idx="0">
            <a:schemeClr val="accent6"/>
          </a:fillRef>
          <a:effectRef idx="1">
            <a:schemeClr val="accent6"/>
          </a:effectRef>
          <a:fontRef idx="minor">
            <a:schemeClr val="tx1"/>
          </a:fontRef>
        </p:style>
      </p:cxnSp>
      <p:sp>
        <p:nvSpPr>
          <p:cNvPr id="27" name="TextBox 26">
            <a:extLst>
              <a:ext uri="{FF2B5EF4-FFF2-40B4-BE49-F238E27FC236}">
                <a16:creationId xmlns:a16="http://schemas.microsoft.com/office/drawing/2014/main" id="{C922BC0A-9D01-4911-8CCE-1E0504307BD3}"/>
              </a:ext>
            </a:extLst>
          </p:cNvPr>
          <p:cNvSpPr txBox="1"/>
          <p:nvPr/>
        </p:nvSpPr>
        <p:spPr>
          <a:xfrm>
            <a:off x="5275180" y="1620497"/>
            <a:ext cx="301686" cy="369332"/>
          </a:xfrm>
          <a:prstGeom prst="rect">
            <a:avLst/>
          </a:prstGeom>
          <a:noFill/>
        </p:spPr>
        <p:txBody>
          <a:bodyPr wrap="none" rtlCol="0">
            <a:spAutoFit/>
          </a:bodyPr>
          <a:lstStyle/>
          <a:p>
            <a:r>
              <a:rPr lang="en-US" dirty="0">
                <a:solidFill>
                  <a:srgbClr val="FF0000"/>
                </a:solidFill>
              </a:rPr>
              <a:t>2</a:t>
            </a:r>
          </a:p>
        </p:txBody>
      </p:sp>
      <p:cxnSp>
        <p:nvCxnSpPr>
          <p:cNvPr id="29" name="Straight Arrow Connector 28">
            <a:extLst>
              <a:ext uri="{FF2B5EF4-FFF2-40B4-BE49-F238E27FC236}">
                <a16:creationId xmlns:a16="http://schemas.microsoft.com/office/drawing/2014/main" id="{FAABA788-34A4-4237-8B18-D033DCF55684}"/>
              </a:ext>
            </a:extLst>
          </p:cNvPr>
          <p:cNvCxnSpPr>
            <a:cxnSpLocks/>
          </p:cNvCxnSpPr>
          <p:nvPr/>
        </p:nvCxnSpPr>
        <p:spPr>
          <a:xfrm flipH="1">
            <a:off x="4964421" y="2564432"/>
            <a:ext cx="461602" cy="86417"/>
          </a:xfrm>
          <a:prstGeom prst="straightConnector1">
            <a:avLst/>
          </a:prstGeom>
          <a:ln>
            <a:solidFill>
              <a:srgbClr val="FF0000"/>
            </a:solidFill>
            <a:tailEnd type="triangle"/>
          </a:ln>
        </p:spPr>
        <p:style>
          <a:lnRef idx="2">
            <a:schemeClr val="accent6"/>
          </a:lnRef>
          <a:fillRef idx="0">
            <a:schemeClr val="accent6"/>
          </a:fillRef>
          <a:effectRef idx="1">
            <a:schemeClr val="accent6"/>
          </a:effectRef>
          <a:fontRef idx="minor">
            <a:schemeClr val="tx1"/>
          </a:fontRef>
        </p:style>
      </p:cxnSp>
      <p:sp>
        <p:nvSpPr>
          <p:cNvPr id="31" name="TextBox 30">
            <a:extLst>
              <a:ext uri="{FF2B5EF4-FFF2-40B4-BE49-F238E27FC236}">
                <a16:creationId xmlns:a16="http://schemas.microsoft.com/office/drawing/2014/main" id="{267FA82C-09C9-49BA-83E1-B78208DD8F62}"/>
              </a:ext>
            </a:extLst>
          </p:cNvPr>
          <p:cNvSpPr txBox="1"/>
          <p:nvPr/>
        </p:nvSpPr>
        <p:spPr>
          <a:xfrm>
            <a:off x="5487007" y="2372378"/>
            <a:ext cx="250771" cy="369332"/>
          </a:xfrm>
          <a:prstGeom prst="rect">
            <a:avLst/>
          </a:prstGeom>
          <a:noFill/>
        </p:spPr>
        <p:txBody>
          <a:bodyPr wrap="square" rtlCol="0">
            <a:spAutoFit/>
          </a:bodyPr>
          <a:lstStyle/>
          <a:p>
            <a:r>
              <a:rPr lang="en-US" dirty="0">
                <a:solidFill>
                  <a:srgbClr val="FF0000"/>
                </a:solidFill>
              </a:rPr>
              <a:t>3</a:t>
            </a:r>
          </a:p>
        </p:txBody>
      </p:sp>
      <p:cxnSp>
        <p:nvCxnSpPr>
          <p:cNvPr id="32" name="Straight Arrow Connector 31">
            <a:extLst>
              <a:ext uri="{FF2B5EF4-FFF2-40B4-BE49-F238E27FC236}">
                <a16:creationId xmlns:a16="http://schemas.microsoft.com/office/drawing/2014/main" id="{E9B9FDE2-005C-4B7D-8CCE-91C1CFC2A9F9}"/>
              </a:ext>
            </a:extLst>
          </p:cNvPr>
          <p:cNvCxnSpPr>
            <a:cxnSpLocks/>
          </p:cNvCxnSpPr>
          <p:nvPr/>
        </p:nvCxnSpPr>
        <p:spPr>
          <a:xfrm flipH="1">
            <a:off x="4963923" y="3748502"/>
            <a:ext cx="461602" cy="86417"/>
          </a:xfrm>
          <a:prstGeom prst="straightConnector1">
            <a:avLst/>
          </a:prstGeom>
          <a:ln>
            <a:solidFill>
              <a:srgbClr val="FF0000"/>
            </a:solidFill>
            <a:tailEnd type="triangle"/>
          </a:ln>
        </p:spPr>
        <p:style>
          <a:lnRef idx="2">
            <a:schemeClr val="accent6"/>
          </a:lnRef>
          <a:fillRef idx="0">
            <a:schemeClr val="accent6"/>
          </a:fillRef>
          <a:effectRef idx="1">
            <a:schemeClr val="accent6"/>
          </a:effectRef>
          <a:fontRef idx="minor">
            <a:schemeClr val="tx1"/>
          </a:fontRef>
        </p:style>
      </p:cxnSp>
      <p:sp>
        <p:nvSpPr>
          <p:cNvPr id="33" name="TextBox 32">
            <a:extLst>
              <a:ext uri="{FF2B5EF4-FFF2-40B4-BE49-F238E27FC236}">
                <a16:creationId xmlns:a16="http://schemas.microsoft.com/office/drawing/2014/main" id="{91875A7E-CAE9-49E2-803C-C290165F20C5}"/>
              </a:ext>
            </a:extLst>
          </p:cNvPr>
          <p:cNvSpPr txBox="1"/>
          <p:nvPr/>
        </p:nvSpPr>
        <p:spPr>
          <a:xfrm>
            <a:off x="5486509" y="3556448"/>
            <a:ext cx="250771" cy="369332"/>
          </a:xfrm>
          <a:prstGeom prst="rect">
            <a:avLst/>
          </a:prstGeom>
          <a:noFill/>
        </p:spPr>
        <p:txBody>
          <a:bodyPr wrap="square" rtlCol="0">
            <a:spAutoFit/>
          </a:bodyPr>
          <a:lstStyle/>
          <a:p>
            <a:r>
              <a:rPr lang="en-US" dirty="0">
                <a:solidFill>
                  <a:srgbClr val="FF0000"/>
                </a:solidFill>
              </a:rPr>
              <a:t>4</a:t>
            </a:r>
          </a:p>
        </p:txBody>
      </p:sp>
      <p:sp>
        <p:nvSpPr>
          <p:cNvPr id="34" name="TextBox 33">
            <a:extLst>
              <a:ext uri="{FF2B5EF4-FFF2-40B4-BE49-F238E27FC236}">
                <a16:creationId xmlns:a16="http://schemas.microsoft.com/office/drawing/2014/main" id="{C045E39B-DF98-4416-8DD0-1C33793ADCF1}"/>
              </a:ext>
            </a:extLst>
          </p:cNvPr>
          <p:cNvSpPr txBox="1"/>
          <p:nvPr/>
        </p:nvSpPr>
        <p:spPr>
          <a:xfrm>
            <a:off x="6096000" y="1823042"/>
            <a:ext cx="5681211" cy="3970318"/>
          </a:xfrm>
          <a:prstGeom prst="rect">
            <a:avLst/>
          </a:prstGeom>
          <a:noFill/>
        </p:spPr>
        <p:txBody>
          <a:bodyPr wrap="square" rtlCol="0">
            <a:spAutoFit/>
          </a:bodyPr>
          <a:lstStyle/>
          <a:p>
            <a:pPr marL="342900" indent="-342900">
              <a:buFont typeface="+mj-lt"/>
              <a:buAutoNum type="arabicPeriod"/>
            </a:pPr>
            <a:r>
              <a:rPr lang="en-US"/>
              <a:t>Màn hình </a:t>
            </a:r>
            <a:r>
              <a:rPr lang="en-US" b="1"/>
              <a:t>đăng nhập: </a:t>
            </a:r>
            <a:r>
              <a:rPr lang="en-US"/>
              <a:t>g</a:t>
            </a:r>
            <a:r>
              <a:rPr lang="en-US" sz="1800">
                <a:sym typeface="Wingdings" panose="05000000000000000000" pitchFamily="2" charset="2"/>
              </a:rPr>
              <a:t>ồm m</a:t>
            </a:r>
            <a:r>
              <a:rPr lang="en-US">
                <a:sym typeface="Wingdings" panose="05000000000000000000" pitchFamily="2" charset="2"/>
              </a:rPr>
              <a:t>ã code rep, mật khẩu</a:t>
            </a:r>
          </a:p>
          <a:p>
            <a:pPr marL="342900" indent="-342900">
              <a:buFont typeface="+mj-lt"/>
              <a:buAutoNum type="arabicPeriod"/>
            </a:pPr>
            <a:r>
              <a:rPr lang="en-US" sz="1800">
                <a:sym typeface="Wingdings" panose="05000000000000000000" pitchFamily="2" charset="2"/>
              </a:rPr>
              <a:t>Nút </a:t>
            </a:r>
            <a:r>
              <a:rPr lang="en-US" sz="1800" b="1">
                <a:sym typeface="Wingdings" panose="05000000000000000000" pitchFamily="2" charset="2"/>
              </a:rPr>
              <a:t>“Đăng xuất</a:t>
            </a:r>
            <a:r>
              <a:rPr lang="en-US" sz="1800">
                <a:sym typeface="Wingdings" panose="05000000000000000000" pitchFamily="2" charset="2"/>
              </a:rPr>
              <a:t>”  Click vào hiện pop-up xác nhận đăng xuất  Nếu YES sẽ quay lại màn hình đăng nhập.</a:t>
            </a:r>
          </a:p>
          <a:p>
            <a:pPr marL="342900" indent="-342900">
              <a:buFont typeface="+mj-lt"/>
              <a:buAutoNum type="arabicPeriod"/>
            </a:pPr>
            <a:r>
              <a:rPr lang="en-US" b="1">
                <a:sym typeface="Wingdings" panose="05000000000000000000" pitchFamily="2" charset="2"/>
              </a:rPr>
              <a:t>Tên trình dược viên</a:t>
            </a:r>
          </a:p>
          <a:p>
            <a:pPr marL="342900" indent="-342900">
              <a:buFont typeface="+mj-lt"/>
              <a:buAutoNum type="arabicPeriod"/>
            </a:pPr>
            <a:r>
              <a:rPr lang="en-US" b="1">
                <a:sym typeface="Wingdings" panose="05000000000000000000" pitchFamily="2" charset="2"/>
              </a:rPr>
              <a:t>Thông tin đổi quà </a:t>
            </a:r>
            <a:r>
              <a:rPr lang="en-US">
                <a:sym typeface="Wingdings" panose="05000000000000000000" pitchFamily="2" charset="2"/>
              </a:rPr>
              <a:t>của từng nữ hộ sinh: </a:t>
            </a:r>
            <a:br>
              <a:rPr lang="en-US">
                <a:sym typeface="Wingdings" panose="05000000000000000000" pitchFamily="2" charset="2"/>
              </a:rPr>
            </a:br>
            <a:r>
              <a:rPr lang="en-US">
                <a:sym typeface="Wingdings" panose="05000000000000000000" pitchFamily="2" charset="2"/>
              </a:rPr>
              <a:t>+ Tên món quà, tình trạng (Đang yêu cầu hay đã giao), thời gian (yêu cầu/giao quà).</a:t>
            </a:r>
            <a:br>
              <a:rPr lang="en-US">
                <a:sym typeface="Wingdings" panose="05000000000000000000" pitchFamily="2" charset="2"/>
              </a:rPr>
            </a:br>
            <a:r>
              <a:rPr lang="en-US">
                <a:sym typeface="Wingdings" panose="05000000000000000000" pitchFamily="2" charset="2"/>
              </a:rPr>
              <a:t>+ Button </a:t>
            </a:r>
            <a:r>
              <a:rPr lang="en-US" b="1">
                <a:sym typeface="Wingdings" panose="05000000000000000000" pitchFamily="2" charset="2"/>
              </a:rPr>
              <a:t>“Đã giao quà”:</a:t>
            </a:r>
          </a:p>
          <a:p>
            <a:pPr lvl="1"/>
            <a:r>
              <a:rPr lang="en-US">
                <a:sym typeface="Wingdings" panose="05000000000000000000" pitchFamily="2" charset="2"/>
              </a:rPr>
              <a:t>(1) Khi user yêu cầu đổi quà trong mục “Đổi quà”  Hiện thông tin quà tặng user muốn đổi + thời gian user đã yêu cầu đã quà  Button </a:t>
            </a:r>
            <a:r>
              <a:rPr lang="en-US" u="sng">
                <a:sym typeface="Wingdings" panose="05000000000000000000" pitchFamily="2" charset="2"/>
              </a:rPr>
              <a:t>màu xanh</a:t>
            </a:r>
          </a:p>
          <a:p>
            <a:pPr lvl="1"/>
            <a:r>
              <a:rPr lang="en-US">
                <a:sym typeface="Wingdings" panose="05000000000000000000" pitchFamily="2" charset="2"/>
              </a:rPr>
              <a:t>(2) Khi REP đã giao quà đến cho user sẽ click vào nút “Đã giao quà”  Button chuyển sang </a:t>
            </a:r>
            <a:r>
              <a:rPr lang="en-US" u="sng">
                <a:sym typeface="Wingdings" panose="05000000000000000000" pitchFamily="2" charset="2"/>
              </a:rPr>
              <a:t>màu xám </a:t>
            </a:r>
            <a:r>
              <a:rPr lang="en-US">
                <a:sym typeface="Wingdings" panose="05000000000000000000" pitchFamily="2" charset="2"/>
              </a:rPr>
              <a:t>và hiện thời gian click vào button.</a:t>
            </a:r>
            <a:endParaRPr lang="en-US" dirty="0"/>
          </a:p>
        </p:txBody>
      </p:sp>
      <p:sp>
        <p:nvSpPr>
          <p:cNvPr id="2" name="Slide Number Placeholder 1">
            <a:extLst>
              <a:ext uri="{FF2B5EF4-FFF2-40B4-BE49-F238E27FC236}">
                <a16:creationId xmlns:a16="http://schemas.microsoft.com/office/drawing/2014/main" id="{D105BF36-DFFB-495C-A669-361C6310E672}"/>
              </a:ext>
            </a:extLst>
          </p:cNvPr>
          <p:cNvSpPr>
            <a:spLocks noGrp="1"/>
          </p:cNvSpPr>
          <p:nvPr>
            <p:ph type="sldNum" sz="quarter" idx="12"/>
          </p:nvPr>
        </p:nvSpPr>
        <p:spPr/>
        <p:txBody>
          <a:bodyPr/>
          <a:lstStyle/>
          <a:p>
            <a:fld id="{041AA252-0293-3747-89C5-33321DF125FA}" type="slidenum">
              <a:rPr lang="en-US" smtClean="0"/>
              <a:t>21</a:t>
            </a:fld>
            <a:endParaRPr lang="en-US"/>
          </a:p>
        </p:txBody>
      </p:sp>
    </p:spTree>
    <p:extLst>
      <p:ext uri="{BB962C8B-B14F-4D97-AF65-F5344CB8AC3E}">
        <p14:creationId xmlns:p14="http://schemas.microsoft.com/office/powerpoint/2010/main" val="33965533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1663</TotalTime>
  <Words>1690</Words>
  <Application>Microsoft Office PowerPoint</Application>
  <PresentationFormat>Widescreen</PresentationFormat>
  <Paragraphs>196</Paragraphs>
  <Slides>21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(Body)</vt:lpstr>
      <vt:lpstr>Calibri Light</vt:lpstr>
      <vt:lpstr>Times New Roman</vt:lpstr>
      <vt:lpstr>Wingdings</vt:lpstr>
      <vt:lpstr>Office Theme</vt:lpstr>
      <vt:lpstr>BỔ SUNG TÍNH NĂNG CẬP NHẬT SAU MEETING 3/3/21</vt:lpstr>
      <vt:lpstr>OTP ĐĂNG KÝ. ĐĂNG NHẬP HUB SIMILAC</vt:lpstr>
      <vt:lpstr>Chi tiết màn hình “Điều khoản chương trình”-1</vt:lpstr>
      <vt:lpstr>Chi tiết màn hình “Điều khoản chương trình”-2</vt:lpstr>
      <vt:lpstr>Chi tiết màn hình “Điều khoản chương trình”- 3</vt:lpstr>
      <vt:lpstr>Màn hình xác nhận lại thông tin profile (Sau e-consent)</vt:lpstr>
      <vt:lpstr>TRANG CHỦ HUB SIMILAC</vt:lpstr>
      <vt:lpstr>Banner “tích điểm đổi quà” - 1</vt:lpstr>
      <vt:lpstr>Banner “tích điểm đổi quà” - 2</vt:lpstr>
      <vt:lpstr>POP-UP CỘNG ĐIỂM</vt:lpstr>
      <vt:lpstr>Pop-up cộng điểm Hub (lần đăng nhập đầu tiên)</vt:lpstr>
      <vt:lpstr>Pop-up cộng điểm CME</vt:lpstr>
      <vt:lpstr>Pop-up cộng điểm tin tức</vt:lpstr>
      <vt:lpstr>Pop-up cộng điểm game</vt:lpstr>
      <vt:lpstr>POP-UP THÔNG BÁO TRƯỚC NGÀY 27/3/21 </vt:lpstr>
      <vt:lpstr>Pop-up thông báo thời gian lên CME</vt:lpstr>
      <vt:lpstr>Pop-up thông báo thời gian lên CME</vt:lpstr>
      <vt:lpstr>ĐỔI QUÀ</vt:lpstr>
      <vt:lpstr>Màn hình Đổi quà – Giai đoạn 1: trước 15/4/21</vt:lpstr>
      <vt:lpstr>Màn hình Đổi quà – Giai đoạn 2: sau 15/4/21</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BẢNG THÀNH TÍCH  VÀ XẾP HẠNG</dc:title>
  <dc:creator>Nguyễn Quốc Tuấn</dc:creator>
  <cp:lastModifiedBy> </cp:lastModifiedBy>
  <cp:revision>93</cp:revision>
  <dcterms:created xsi:type="dcterms:W3CDTF">2021-02-24T07:50:46Z</dcterms:created>
  <dcterms:modified xsi:type="dcterms:W3CDTF">2021-03-10T07:18:25Z</dcterms:modified>
</cp:coreProperties>
</file>