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70" r:id="rId3"/>
    <p:sldId id="257" r:id="rId4"/>
    <p:sldId id="258" r:id="rId5"/>
    <p:sldId id="371" r:id="rId6"/>
    <p:sldId id="259" r:id="rId7"/>
    <p:sldId id="260" r:id="rId8"/>
    <p:sldId id="372" r:id="rId9"/>
    <p:sldId id="373" r:id="rId10"/>
    <p:sldId id="3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7852" autoAdjust="0"/>
  </p:normalViewPr>
  <p:slideViewPr>
    <p:cSldViewPr snapToGrid="0" snapToObjects="1">
      <p:cViewPr varScale="1">
        <p:scale>
          <a:sx n="76" d="100"/>
          <a:sy n="76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FFD1F-275D-40AC-AFA9-7F0901A37E70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357AC-3F87-474E-8940-49476C104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6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0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9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Chốt</a:t>
            </a:r>
            <a:r>
              <a:rPr lang="en-US" baseline="0" dirty="0"/>
              <a:t> </a:t>
            </a:r>
            <a:r>
              <a:rPr lang="en-US" baseline="0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án</a:t>
            </a:r>
            <a:r>
              <a:rPr lang="en-US" baseline="0" dirty="0"/>
              <a:t> </a:t>
            </a:r>
            <a:r>
              <a:rPr lang="en-US" baseline="0" dirty="0" err="1"/>
              <a:t>tặng</a:t>
            </a:r>
            <a:r>
              <a:rPr lang="en-US" baseline="0" dirty="0"/>
              <a:t> </a:t>
            </a:r>
            <a:r>
              <a:rPr lang="en-US" baseline="0" dirty="0" err="1"/>
              <a:t>quà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A3197-1346-49D2-8129-12091478DB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67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7DA1-B402-C645-ADAE-F5D8FC311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98B9A-8AE0-354A-9B6A-6B03E0FED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3D7F1-81D2-1141-9050-1112AAB1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A1B75-8B2E-4140-AD07-5FF2238A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A37FE-EEC5-3B45-8B46-6745AB71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2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45D5-E89E-494B-B038-CED89BA9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DD7D-60CD-9748-BD48-E202701BA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EAA5-38DD-5A43-87C4-29482633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B6540-7D3F-6B44-84E1-A09E83EB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C6535-5403-7B4A-8F7E-86659FDB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5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5612-DC2C-4640-BF6C-1D19113B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6BA79-B390-264A-9C24-CCD10C45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2A484-33B9-044B-AA6D-FC49B643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C8C70-0F0D-E249-BBE7-546A576B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2549-5637-D443-AFAF-0B5D73D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F58F-E948-6A42-B1C1-11745E22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0FDE-B0C8-514E-8274-D569E89A5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914FF-7D80-A148-8082-FA957132D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8BA88-E75E-4A46-9D4C-805225BD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9650C-B924-444F-9F01-E9B019B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A84C-2400-B847-94CF-803E5159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D136-742C-A64E-A9F6-1483117E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3F71-5A40-9945-9FBA-5D7CAF78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FF956-DC06-4B48-A812-B7DD9A163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688E5-7130-924F-AB95-0DED81DA4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5ED41-B0F7-784F-8744-6EC2287C8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6E237-75DD-7048-A5C2-2EEF865F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D8B86-CC11-F549-AB19-0DD214EB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3467E-58E3-324F-8B91-F9A3C47A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8F4B-FFF8-784C-8C06-DAEB8742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C8911-95D7-C94D-962C-8377516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699DB-BFC7-E349-921C-ACC53384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6723-5A33-6C40-A58A-CE13396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1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20EBA-A265-014B-8891-EF8DAA34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46509-3E23-F745-AEAD-5480E9AD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DD70-1C15-3344-BDE2-203DFAD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4E2A-FEC0-8744-8C42-6AF2E004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10B9-3B3C-6744-AAE6-A229F7BF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B615A-C719-F442-80D5-E90C2A6DB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FB9EB-FCAE-7248-BF1E-14718FB0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0C6DC-BB24-994A-92D0-53C03F32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7720-DD15-9C47-A26C-D78FC9FE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5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FB81-0997-FD44-8C20-D30D12FC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D0113-0888-EF4E-8BA5-B9173748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CF39C-EBA7-E241-8C7F-09471ABB1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BBDCE-1196-E54B-B300-25DCA496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1A305-3305-474E-B11D-59E332DE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9240-7975-B04B-848A-EEF7B914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8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D857-3C11-D244-A294-EEAA13CA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1ED66-A833-9F47-A8B7-E7A838AAC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4EB31-1C35-034F-9131-6BFA5E99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CD9E-18F2-CF47-B041-C2FE963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5D19-93AF-9642-BC39-0AAD9EC3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81E0E-711C-7F46-823A-395A7CFA7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3AAE-AEC4-E04F-AC9B-581306BA5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E7F8-1A68-6442-B140-62876EBD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9189-26FC-A241-BBBB-AE19C081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EB252-B37C-AA4C-A2D0-6EF8178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7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30397-816D-1640-9854-F8640A8E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052DC-9CD6-7E45-998E-2177CC8A0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5DE3-7737-8E4D-9F9D-59966F1E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EE953-32C2-454D-AA68-43234310E5B6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BC26-82B6-C642-8262-81D360973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38082-5509-4D41-A04B-5C7DF0786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8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163"/>
            <a:ext cx="9144000" cy="2387600"/>
          </a:xfrm>
        </p:spPr>
        <p:txBody>
          <a:bodyPr/>
          <a:lstStyle/>
          <a:p>
            <a:r>
              <a:rPr lang="en-US" b="1"/>
              <a:t>GIAO DIỆN</a:t>
            </a:r>
            <a:br>
              <a:rPr lang="en-US" b="1"/>
            </a:br>
            <a:r>
              <a:rPr lang="en-US" b="1"/>
              <a:t>MÀN HÌNH ĐỔI QUÀ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B4212-34DA-7949-8FB7-22CD23CCB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838"/>
            <a:ext cx="9144000" cy="1655762"/>
          </a:xfrm>
        </p:spPr>
        <p:txBody>
          <a:bodyPr/>
          <a:lstStyle/>
          <a:p>
            <a:r>
              <a:rPr lang="en-US"/>
              <a:t>HUB “HỘ SINH TÀI TRÍ”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b="1"/>
              <a:t>GIAO DIỆN ĐỔI QUÀ </a:t>
            </a:r>
            <a:br>
              <a:rPr lang="en-US" b="1"/>
            </a:br>
            <a:r>
              <a:rPr lang="en-US" b="1"/>
              <a:t>NGÀY 27/3/2021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A6984-838B-42AB-B88D-ED4D3299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6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2330662"/>
            <a:ext cx="67324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 Thiết kế thành </a:t>
            </a:r>
            <a:r>
              <a:rPr lang="en-US" b="1"/>
              <a:t>full màn hình – Hiện danh sách tất cả món quà</a:t>
            </a:r>
          </a:p>
          <a:p>
            <a:r>
              <a:rPr lang="en-US"/>
              <a:t>1. Thêm chữ </a:t>
            </a:r>
            <a:r>
              <a:rPr lang="en-US" b="1"/>
              <a:t>“Điểm đổi quà</a:t>
            </a:r>
            <a:r>
              <a:rPr lang="en-US" b="1">
                <a:latin typeface="Calibri (body)"/>
              </a:rPr>
              <a:t>”     [Số điểm]</a:t>
            </a:r>
          </a:p>
          <a:p>
            <a:r>
              <a:rPr lang="en-US">
                <a:latin typeface="Calibri (body)"/>
                <a:cs typeface="Calibri" panose="020F0502020204030204" pitchFamily="34" charset="0"/>
              </a:rPr>
              <a:t>Điểm đổi quà </a:t>
            </a:r>
            <a:r>
              <a:rPr lang="vi-VN">
                <a:latin typeface="Calibri (body)"/>
                <a:cs typeface="Calibri" panose="020F0502020204030204" pitchFamily="34" charset="0"/>
              </a:rPr>
              <a:t>= Điểm tích lũy - </a:t>
            </a:r>
            <a:r>
              <a:rPr lang="en-US">
                <a:latin typeface="Calibri (body)"/>
                <a:cs typeface="Calibri" panose="020F0502020204030204" pitchFamily="34" charset="0"/>
              </a:rPr>
              <a:t>S</a:t>
            </a:r>
            <a:r>
              <a:rPr lang="vi-VN">
                <a:latin typeface="Calibri (body)"/>
                <a:cs typeface="Calibri" panose="020F0502020204030204" pitchFamily="34" charset="0"/>
              </a:rPr>
              <a:t>ố điểm tương ứng với quà</a:t>
            </a:r>
            <a:endParaRPr lang="en-US">
              <a:latin typeface="Calibri (body)"/>
              <a:cs typeface="Calibri" panose="020F0502020204030204" pitchFamily="34" charset="0"/>
            </a:endParaRPr>
          </a:p>
          <a:p>
            <a:r>
              <a:rPr lang="en-US"/>
              <a:t>2.1. </a:t>
            </a:r>
            <a:r>
              <a:rPr lang="en-US" b="1"/>
              <a:t>“Đổi quà này” </a:t>
            </a:r>
            <a:r>
              <a:rPr lang="en-US">
                <a:sym typeface="Wingdings" panose="05000000000000000000" pitchFamily="2" charset="2"/>
              </a:rPr>
              <a:t> Click vào Hiện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Pop-up thông báo “Hệ thống ghi nhận bạn đã đổi quà thành công”</a:t>
            </a:r>
            <a:endParaRPr lang="en-US">
              <a:solidFill>
                <a:srgbClr val="FF0000"/>
              </a:solidFill>
            </a:endParaRPr>
          </a:p>
          <a:p>
            <a:r>
              <a:rPr lang="en-US"/>
              <a:t>2.2. </a:t>
            </a:r>
            <a:r>
              <a:rPr lang="en-US" b="1"/>
              <a:t>“Tiếp tục tính điểm” </a:t>
            </a:r>
            <a:r>
              <a:rPr lang="en-US">
                <a:sym typeface="Wingdings" panose="05000000000000000000" pitchFamily="2" charset="2"/>
              </a:rPr>
              <a:t> Click vào dẫn đến màn hình Home Hub Hộ sinh tài trí</a:t>
            </a:r>
            <a:endParaRPr lang="en-US"/>
          </a:p>
          <a:p>
            <a:r>
              <a:rPr lang="en-US"/>
              <a:t>3.1. Điểm cần để đổi quà: tùy theo món quà (Scheme điểm quà do KH quy định)</a:t>
            </a:r>
          </a:p>
          <a:p>
            <a:r>
              <a:rPr lang="en-US"/>
              <a:t>3.2. Hình ảnh quà tặng + tên món quà</a:t>
            </a:r>
            <a:endParaRPr lang="en-US" dirty="0"/>
          </a:p>
          <a:p>
            <a:r>
              <a:rPr lang="en-US"/>
              <a:t>4. Nội dung </a:t>
            </a:r>
            <a:r>
              <a:rPr lang="en-US">
                <a:sym typeface="Wingdings" panose="05000000000000000000" pitchFamily="2" charset="2"/>
              </a:rPr>
              <a:t> BỎ nội dung này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B5682C-3F97-45BC-86A9-CDF91481A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557" y="1690688"/>
            <a:ext cx="2114891" cy="436285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Giao diện 1.1. </a:t>
            </a:r>
            <a:r>
              <a:rPr lang="en-US">
                <a:solidFill>
                  <a:srgbClr val="FF0000"/>
                </a:solidFill>
              </a:rPr>
              <a:t>User </a:t>
            </a:r>
            <a:r>
              <a:rPr lang="en-US" b="1">
                <a:solidFill>
                  <a:srgbClr val="FF0000"/>
                </a:solidFill>
              </a:rPr>
              <a:t>đã đủ điểm </a:t>
            </a:r>
            <a:r>
              <a:rPr lang="en-US">
                <a:solidFill>
                  <a:srgbClr val="FF0000"/>
                </a:solidFill>
              </a:rPr>
              <a:t>đổi quà 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8826FD-2593-45B3-BF29-E66DEF3F600E}"/>
              </a:ext>
            </a:extLst>
          </p:cNvPr>
          <p:cNvGrpSpPr/>
          <p:nvPr/>
        </p:nvGrpSpPr>
        <p:grpSpPr>
          <a:xfrm>
            <a:off x="389480" y="2484809"/>
            <a:ext cx="1363120" cy="675477"/>
            <a:chOff x="300842" y="1894950"/>
            <a:chExt cx="1363120" cy="6754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4DC744-BC82-4074-8600-6EA243A59CB1}"/>
                </a:ext>
              </a:extLst>
            </p:cNvPr>
            <p:cNvSpPr txBox="1"/>
            <p:nvPr/>
          </p:nvSpPr>
          <p:spPr>
            <a:xfrm>
              <a:off x="300842" y="18949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9E382D-F86C-4F5C-8A6A-568DAAFD7263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8" y="2116492"/>
              <a:ext cx="1061434" cy="4539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C8CC11-DD8D-4EF8-B567-85425098B063}"/>
              </a:ext>
            </a:extLst>
          </p:cNvPr>
          <p:cNvGrpSpPr/>
          <p:nvPr/>
        </p:nvGrpSpPr>
        <p:grpSpPr>
          <a:xfrm>
            <a:off x="285815" y="4621599"/>
            <a:ext cx="1225486" cy="545713"/>
            <a:chOff x="205348" y="1923540"/>
            <a:chExt cx="1115714" cy="54571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EEBFC1-06FF-4138-BEC4-78F0690C082B}"/>
                </a:ext>
              </a:extLst>
            </p:cNvPr>
            <p:cNvSpPr txBox="1"/>
            <p:nvPr/>
          </p:nvSpPr>
          <p:spPr>
            <a:xfrm>
              <a:off x="205348" y="1923540"/>
              <a:ext cx="433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2.1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44032C7-BE37-41D0-A466-ED792E80BE51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8" y="2116492"/>
              <a:ext cx="718534" cy="3527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405FF5-834D-4487-BC34-B861295D9725}"/>
              </a:ext>
            </a:extLst>
          </p:cNvPr>
          <p:cNvGrpSpPr/>
          <p:nvPr/>
        </p:nvGrpSpPr>
        <p:grpSpPr>
          <a:xfrm>
            <a:off x="2476500" y="3061066"/>
            <a:ext cx="1451067" cy="528694"/>
            <a:chOff x="-664652" y="2097118"/>
            <a:chExt cx="1451067" cy="52869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069164-1D1E-4F62-9CD2-4F63827FFF14}"/>
                </a:ext>
              </a:extLst>
            </p:cNvPr>
            <p:cNvSpPr txBox="1"/>
            <p:nvPr/>
          </p:nvSpPr>
          <p:spPr>
            <a:xfrm>
              <a:off x="310003" y="209711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3.</a:t>
              </a:r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0C9570-FC26-461D-B718-FB70266905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64652" y="2343459"/>
              <a:ext cx="915492" cy="2823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A203B9-333D-49C7-86DB-22D39A9A587C}"/>
              </a:ext>
            </a:extLst>
          </p:cNvPr>
          <p:cNvGrpSpPr/>
          <p:nvPr/>
        </p:nvGrpSpPr>
        <p:grpSpPr>
          <a:xfrm>
            <a:off x="2247900" y="3946489"/>
            <a:ext cx="1917873" cy="369332"/>
            <a:chOff x="-1142373" y="2158793"/>
            <a:chExt cx="1917873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409FF0-2BB2-43F8-B5F9-3E3DDCB767E9}"/>
                </a:ext>
              </a:extLst>
            </p:cNvPr>
            <p:cNvSpPr txBox="1"/>
            <p:nvPr/>
          </p:nvSpPr>
          <p:spPr>
            <a:xfrm>
              <a:off x="299088" y="2158793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3.</a:t>
              </a:r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609DE9C-AD14-470D-92FE-C3BB75A774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142373" y="2281784"/>
              <a:ext cx="1393213" cy="616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840334-2D10-4CDA-B0E3-78AE1BAF727E}"/>
              </a:ext>
            </a:extLst>
          </p:cNvPr>
          <p:cNvGrpSpPr/>
          <p:nvPr/>
        </p:nvGrpSpPr>
        <p:grpSpPr>
          <a:xfrm>
            <a:off x="2730425" y="5195752"/>
            <a:ext cx="1376176" cy="421718"/>
            <a:chOff x="-1142371" y="2291073"/>
            <a:chExt cx="2204691" cy="42171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CA1781-C043-414F-B70C-99930FB512EC}"/>
                </a:ext>
              </a:extLst>
            </p:cNvPr>
            <p:cNvSpPr txBox="1"/>
            <p:nvPr/>
          </p:nvSpPr>
          <p:spPr>
            <a:xfrm>
              <a:off x="299088" y="2343459"/>
              <a:ext cx="763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2.2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3D9926F-B039-4F25-82C8-3837B036B9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142371" y="2291073"/>
              <a:ext cx="1441459" cy="2370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E0E21DE-CA5E-4C15-B453-493EECEAA2D9}"/>
              </a:ext>
            </a:extLst>
          </p:cNvPr>
          <p:cNvGrpSpPr/>
          <p:nvPr/>
        </p:nvGrpSpPr>
        <p:grpSpPr>
          <a:xfrm>
            <a:off x="2730425" y="4572197"/>
            <a:ext cx="1082811" cy="369332"/>
            <a:chOff x="-1064413" y="2107309"/>
            <a:chExt cx="1582425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514CB59-2E4E-48F4-A0B8-EDBAEA0C2B5A}"/>
                </a:ext>
              </a:extLst>
            </p:cNvPr>
            <p:cNvSpPr txBox="1"/>
            <p:nvPr/>
          </p:nvSpPr>
          <p:spPr>
            <a:xfrm>
              <a:off x="77127" y="2107309"/>
              <a:ext cx="440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8154381-F0F5-4ADD-AD50-626C4AB7CB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064413" y="2264880"/>
              <a:ext cx="1141540" cy="261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706A7F-D0C9-4E46-A31B-430C72DA4F75}"/>
              </a:ext>
            </a:extLst>
          </p:cNvPr>
          <p:cNvGrpSpPr/>
          <p:nvPr/>
        </p:nvGrpSpPr>
        <p:grpSpPr>
          <a:xfrm>
            <a:off x="3115448" y="1451963"/>
            <a:ext cx="740409" cy="440536"/>
            <a:chOff x="-664652" y="2185276"/>
            <a:chExt cx="740409" cy="44053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7EE917D-D0B9-4C14-B74A-A8DF4BF9B5C4}"/>
                </a:ext>
              </a:extLst>
            </p:cNvPr>
            <p:cNvSpPr txBox="1"/>
            <p:nvPr/>
          </p:nvSpPr>
          <p:spPr>
            <a:xfrm>
              <a:off x="-225929" y="21852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0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45040C3-E657-4074-995C-8DCE3197B0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64652" y="2424001"/>
              <a:ext cx="396102" cy="2018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14F0202-7FED-45F4-A57A-BB197BB63FFF}"/>
              </a:ext>
            </a:extLst>
          </p:cNvPr>
          <p:cNvSpPr txBox="1"/>
          <p:nvPr/>
        </p:nvSpPr>
        <p:spPr>
          <a:xfrm>
            <a:off x="4621342" y="1582441"/>
            <a:ext cx="6732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MÀN HÌNH ĐỔI QUÀ (Sau khi click vào nút Đổi quà trên Màn hình Achievement Board)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386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4A1DC1E-DEE0-4BC2-91B4-D41DCC0FE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93" y="1670065"/>
            <a:ext cx="2083386" cy="43628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519975" y="2387603"/>
            <a:ext cx="64623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   Nền dưới pop-up: Màn hình Đổi quà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Nội dung thông báo:</a:t>
            </a:r>
            <a:br>
              <a:rPr lang="en-US"/>
            </a:br>
            <a:r>
              <a:rPr lang="en-US"/>
              <a:t>“ </a:t>
            </a:r>
            <a:r>
              <a:rPr lang="en-US" b="1"/>
              <a:t>Điểm đổi quà    [Số điểm] </a:t>
            </a:r>
            <a:br>
              <a:rPr lang="en-US"/>
            </a:br>
            <a:r>
              <a:rPr lang="en-US"/>
              <a:t>Cố lên bạn nhé! Hãy tham gia nhiều hoạt động hơn để đổi các vật phẩm gợi nhớ hấp dẫn!</a:t>
            </a:r>
            <a:br>
              <a:rPr lang="en-US"/>
            </a:br>
            <a:r>
              <a:rPr lang="en-US"/>
              <a:t>Xem cách tăng Điểm tích lũy tại mục </a:t>
            </a:r>
            <a:r>
              <a:rPr lang="en-US" b="1"/>
              <a:t>“Tích điểm ngay, nhận quà liền tay!” </a:t>
            </a:r>
            <a:r>
              <a:rPr lang="en-US"/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Button “Tiếp tục tích điểm” </a:t>
            </a:r>
            <a:r>
              <a:rPr lang="en-US">
                <a:sym typeface="Wingdings" panose="05000000000000000000" pitchFamily="2" charset="2"/>
              </a:rPr>
              <a:t> Click vào dẫn đến màn hình Home Hub Hộ sinh tài trí</a:t>
            </a: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17F19D0-CFB6-1A40-9454-39BC28FA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Giao diện 1.2. </a:t>
            </a:r>
            <a:r>
              <a:rPr lang="en-US">
                <a:solidFill>
                  <a:srgbClr val="FF0000"/>
                </a:solidFill>
              </a:rPr>
              <a:t>User </a:t>
            </a:r>
            <a:r>
              <a:rPr lang="en-US" b="1">
                <a:solidFill>
                  <a:srgbClr val="FF0000"/>
                </a:solidFill>
              </a:rPr>
              <a:t>chưa đủ điểm </a:t>
            </a:r>
            <a:r>
              <a:rPr lang="en-US">
                <a:solidFill>
                  <a:srgbClr val="FF0000"/>
                </a:solidFill>
              </a:rPr>
              <a:t>đổi quà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B81B1E-35DB-44BA-91DB-3A5F03B46714}"/>
              </a:ext>
            </a:extLst>
          </p:cNvPr>
          <p:cNvGrpSpPr/>
          <p:nvPr/>
        </p:nvGrpSpPr>
        <p:grpSpPr>
          <a:xfrm>
            <a:off x="441845" y="2736603"/>
            <a:ext cx="1146696" cy="518050"/>
            <a:chOff x="288404" y="1894950"/>
            <a:chExt cx="1146696" cy="51805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C5D9F8-074E-7844-98EE-0191499DBD58}"/>
                </a:ext>
              </a:extLst>
            </p:cNvPr>
            <p:cNvSpPr txBox="1"/>
            <p:nvPr/>
          </p:nvSpPr>
          <p:spPr>
            <a:xfrm>
              <a:off x="288404" y="18949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5351648-CB63-5E43-96AE-24B263A81188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8" y="2116492"/>
              <a:ext cx="832572" cy="2965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ECF773-D032-401B-B87F-FB3952D91938}"/>
              </a:ext>
            </a:extLst>
          </p:cNvPr>
          <p:cNvGrpSpPr/>
          <p:nvPr/>
        </p:nvGrpSpPr>
        <p:grpSpPr>
          <a:xfrm>
            <a:off x="314482" y="4094548"/>
            <a:ext cx="1375272" cy="430922"/>
            <a:chOff x="423892" y="1894950"/>
            <a:chExt cx="1375272" cy="43092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CC0E93-0AA1-41D0-A3C7-A87F533635A1}"/>
                </a:ext>
              </a:extLst>
            </p:cNvPr>
            <p:cNvSpPr txBox="1"/>
            <p:nvPr/>
          </p:nvSpPr>
          <p:spPr>
            <a:xfrm>
              <a:off x="423892" y="19565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ABECCC8-326F-4A48-8325-2CA455935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098" y="1894950"/>
              <a:ext cx="1097066" cy="22154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4852024-41D5-4556-8F76-11C09046B761}"/>
              </a:ext>
            </a:extLst>
          </p:cNvPr>
          <p:cNvSpPr txBox="1"/>
          <p:nvPr/>
        </p:nvSpPr>
        <p:spPr>
          <a:xfrm>
            <a:off x="4519975" y="1658230"/>
            <a:ext cx="646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POP-UP THÔNG BÁO ĐỔI QUÀ (Pop-up vẫn ở màn hình Đổi quà) 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E046E3-891E-4285-AA3D-EF3277524668}"/>
              </a:ext>
            </a:extLst>
          </p:cNvPr>
          <p:cNvGrpSpPr/>
          <p:nvPr/>
        </p:nvGrpSpPr>
        <p:grpSpPr>
          <a:xfrm>
            <a:off x="3115448" y="1451963"/>
            <a:ext cx="740409" cy="440536"/>
            <a:chOff x="-664652" y="2185276"/>
            <a:chExt cx="740409" cy="44053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5361F5-A9D6-420D-A3E4-59C756D159BE}"/>
                </a:ext>
              </a:extLst>
            </p:cNvPr>
            <p:cNvSpPr txBox="1"/>
            <p:nvPr/>
          </p:nvSpPr>
          <p:spPr>
            <a:xfrm>
              <a:off x="-225929" y="21852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0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4A4E60-BA9C-457E-91D2-251B104AE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64652" y="2424001"/>
              <a:ext cx="396102" cy="2018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799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b="1"/>
              <a:t>GIAO DIỆN ĐỔI QUÀ </a:t>
            </a:r>
            <a:br>
              <a:rPr lang="en-US" b="1"/>
            </a:br>
            <a:r>
              <a:rPr lang="en-US" b="1"/>
              <a:t>NGÀY 15/4/2021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A6984-838B-42AB-B88D-ED4D3299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7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D8F3F98-34BD-4508-A008-777AEC50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69" y="1690688"/>
            <a:ext cx="2157479" cy="4352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519975" y="2387603"/>
            <a:ext cx="64623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 Thiết kế thành </a:t>
            </a:r>
            <a:r>
              <a:rPr lang="en-US" b="1"/>
              <a:t>full màn hình</a:t>
            </a:r>
          </a:p>
          <a:p>
            <a:r>
              <a:rPr lang="en-US"/>
              <a:t>1. Thêm: </a:t>
            </a:r>
            <a:r>
              <a:rPr lang="en-US" b="1"/>
              <a:t>Điểm đổi quà    [Số điểm] </a:t>
            </a:r>
          </a:p>
          <a:p>
            <a:r>
              <a:rPr lang="en-US"/>
              <a:t>2. Danh sách quà tặng</a:t>
            </a:r>
          </a:p>
          <a:p>
            <a:r>
              <a:rPr lang="en-US"/>
              <a:t>3. Button </a:t>
            </a:r>
            <a:r>
              <a:rPr lang="en-US" b="1"/>
              <a:t>“Đổi quà này” </a:t>
            </a:r>
            <a:r>
              <a:rPr lang="en-US">
                <a:sym typeface="Wingdings" panose="05000000000000000000" pitchFamily="2" charset="2"/>
              </a:rPr>
              <a:t> Click vào hiện pop-up “Đổi quà thành công”</a:t>
            </a:r>
          </a:p>
          <a:p>
            <a:r>
              <a:rPr lang="en-US"/>
              <a:t>4. Nút “Thoát”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 b="1">
                <a:sym typeface="Wingdings" panose="05000000000000000000" pitchFamily="2" charset="2"/>
              </a:rPr>
              <a:t>BỎ</a:t>
            </a:r>
            <a:r>
              <a:rPr lang="en-US">
                <a:sym typeface="Wingdings" panose="05000000000000000000" pitchFamily="2" charset="2"/>
              </a:rPr>
              <a:t> nút này</a:t>
            </a:r>
          </a:p>
          <a:p>
            <a:r>
              <a:rPr lang="en-US">
                <a:sym typeface="Wingdings" panose="05000000000000000000" pitchFamily="2" charset="2"/>
              </a:rPr>
              <a:t>5. </a:t>
            </a:r>
            <a:r>
              <a:rPr lang="en-US" b="1">
                <a:sym typeface="Wingdings" panose="05000000000000000000" pitchFamily="2" charset="2"/>
              </a:rPr>
              <a:t>“Liên hệ” </a:t>
            </a:r>
            <a:r>
              <a:rPr lang="en-US">
                <a:sym typeface="Wingdings" panose="05000000000000000000" pitchFamily="2" charset="2"/>
              </a:rPr>
              <a:t> Click vào hiện pop-up “Vui lòng liên hệ Trình dược viên [Họ và tên”, số điện thoại [SĐT] để được hỗ trợ.”</a:t>
            </a: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17F19D0-CFB6-1A40-9454-39BC28FA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Giao diện 2.1.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B81B1E-35DB-44BA-91DB-3A5F03B46714}"/>
              </a:ext>
            </a:extLst>
          </p:cNvPr>
          <p:cNvGrpSpPr/>
          <p:nvPr/>
        </p:nvGrpSpPr>
        <p:grpSpPr>
          <a:xfrm>
            <a:off x="307978" y="2609617"/>
            <a:ext cx="1146696" cy="518050"/>
            <a:chOff x="288404" y="1894950"/>
            <a:chExt cx="1146696" cy="51805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C5D9F8-074E-7844-98EE-0191499DBD58}"/>
                </a:ext>
              </a:extLst>
            </p:cNvPr>
            <p:cNvSpPr txBox="1"/>
            <p:nvPr/>
          </p:nvSpPr>
          <p:spPr>
            <a:xfrm>
              <a:off x="288404" y="18949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5351648-CB63-5E43-96AE-24B263A81188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>
              <a:off x="590090" y="2079616"/>
              <a:ext cx="845010" cy="33338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BECCC8-326F-4A48-8325-2CA45593590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09664" y="2794283"/>
            <a:ext cx="845010" cy="1300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852024-41D5-4556-8F76-11C09046B761}"/>
              </a:ext>
            </a:extLst>
          </p:cNvPr>
          <p:cNvSpPr txBox="1"/>
          <p:nvPr/>
        </p:nvSpPr>
        <p:spPr>
          <a:xfrm>
            <a:off x="4519975" y="1658230"/>
            <a:ext cx="646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POP-UP THÔNG BÁO ĐỔI QUÀ (Pop-up vẫn ở màn hình Đổi quà) 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E046E3-891E-4285-AA3D-EF3277524668}"/>
              </a:ext>
            </a:extLst>
          </p:cNvPr>
          <p:cNvGrpSpPr/>
          <p:nvPr/>
        </p:nvGrpSpPr>
        <p:grpSpPr>
          <a:xfrm>
            <a:off x="3115448" y="1451963"/>
            <a:ext cx="740409" cy="440536"/>
            <a:chOff x="-664652" y="2185276"/>
            <a:chExt cx="740409" cy="44053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5361F5-A9D6-420D-A3E4-59C756D159BE}"/>
                </a:ext>
              </a:extLst>
            </p:cNvPr>
            <p:cNvSpPr txBox="1"/>
            <p:nvPr/>
          </p:nvSpPr>
          <p:spPr>
            <a:xfrm>
              <a:off x="-225929" y="21852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0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4A4E60-BA9C-457E-91D2-251B104AE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64652" y="2424001"/>
              <a:ext cx="396102" cy="2018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1C286E-6C1A-4BE1-9493-1A656F28020B}"/>
              </a:ext>
            </a:extLst>
          </p:cNvPr>
          <p:cNvGrpSpPr/>
          <p:nvPr/>
        </p:nvGrpSpPr>
        <p:grpSpPr>
          <a:xfrm>
            <a:off x="2276475" y="4519013"/>
            <a:ext cx="1557482" cy="557812"/>
            <a:chOff x="-1481725" y="2185276"/>
            <a:chExt cx="1557482" cy="55781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B481D1-BF8D-44B9-BD36-F6C7C3A57A69}"/>
                </a:ext>
              </a:extLst>
            </p:cNvPr>
            <p:cNvSpPr txBox="1"/>
            <p:nvPr/>
          </p:nvSpPr>
          <p:spPr>
            <a:xfrm>
              <a:off x="-225929" y="21852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6BEECF6-13A4-423F-BB72-84B2E06862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81725" y="2424001"/>
              <a:ext cx="1213175" cy="319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9C4CB5-6203-4225-B395-2A5F931A19B4}"/>
              </a:ext>
            </a:extLst>
          </p:cNvPr>
          <p:cNvGrpSpPr/>
          <p:nvPr/>
        </p:nvGrpSpPr>
        <p:grpSpPr>
          <a:xfrm>
            <a:off x="2456476" y="5400485"/>
            <a:ext cx="1519440" cy="831560"/>
            <a:chOff x="-1481725" y="1799939"/>
            <a:chExt cx="1519440" cy="83156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FD5601-7814-4E0A-A448-830B5D3C1E65}"/>
                </a:ext>
              </a:extLst>
            </p:cNvPr>
            <p:cNvSpPr txBox="1"/>
            <p:nvPr/>
          </p:nvSpPr>
          <p:spPr>
            <a:xfrm>
              <a:off x="-263971" y="226216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5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69985FF-B7D8-4D87-980D-BAC7B86CF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481725" y="1799939"/>
              <a:ext cx="1213176" cy="6240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0F177B-56D0-420D-B72F-1DD4F79E8598}"/>
              </a:ext>
            </a:extLst>
          </p:cNvPr>
          <p:cNvGrpSpPr/>
          <p:nvPr/>
        </p:nvGrpSpPr>
        <p:grpSpPr>
          <a:xfrm>
            <a:off x="236872" y="5420112"/>
            <a:ext cx="1286132" cy="508585"/>
            <a:chOff x="-1448684" y="2143226"/>
            <a:chExt cx="1286132" cy="50858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4553BD-4E1F-4EB2-A570-E4848DCED76E}"/>
                </a:ext>
              </a:extLst>
            </p:cNvPr>
            <p:cNvSpPr txBox="1"/>
            <p:nvPr/>
          </p:nvSpPr>
          <p:spPr>
            <a:xfrm>
              <a:off x="-1448684" y="22824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C8B8342-690E-4386-A8E8-5BEE1A9A6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123689" y="2143226"/>
              <a:ext cx="961137" cy="25378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8CA50B3-E2EE-4B5D-947A-CD0B1C9DD584}"/>
              </a:ext>
            </a:extLst>
          </p:cNvPr>
          <p:cNvGrpSpPr/>
          <p:nvPr/>
        </p:nvGrpSpPr>
        <p:grpSpPr>
          <a:xfrm>
            <a:off x="1917131" y="2250532"/>
            <a:ext cx="1860262" cy="404662"/>
            <a:chOff x="-1804315" y="2222195"/>
            <a:chExt cx="1860262" cy="40466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BE037F-73AB-407D-BAE6-8EDCF194ED21}"/>
                </a:ext>
              </a:extLst>
            </p:cNvPr>
            <p:cNvSpPr txBox="1"/>
            <p:nvPr/>
          </p:nvSpPr>
          <p:spPr>
            <a:xfrm>
              <a:off x="-245739" y="225752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4115EE0-0B21-4404-BD09-E477C31391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444971" y="2406861"/>
              <a:ext cx="1176422" cy="171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A7DF4A-3AB9-4140-9148-4E4162450318}"/>
                </a:ext>
              </a:extLst>
            </p:cNvPr>
            <p:cNvSpPr txBox="1"/>
            <p:nvPr/>
          </p:nvSpPr>
          <p:spPr>
            <a:xfrm>
              <a:off x="-1804315" y="2222195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X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1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2C58F0E-DDC4-4500-A48C-F38932050747}"/>
              </a:ext>
            </a:extLst>
          </p:cNvPr>
          <p:cNvGrpSpPr/>
          <p:nvPr/>
        </p:nvGrpSpPr>
        <p:grpSpPr>
          <a:xfrm>
            <a:off x="841212" y="1549340"/>
            <a:ext cx="2413317" cy="5345497"/>
            <a:chOff x="7988702" y="1509439"/>
            <a:chExt cx="2413317" cy="5345497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3046041-0AD0-44B2-9428-0DDA02861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702" y="1509439"/>
              <a:ext cx="2413317" cy="5345497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11D3DB8-F6B0-4CED-9CB6-9C93D491D383}"/>
                </a:ext>
              </a:extLst>
            </p:cNvPr>
            <p:cNvSpPr/>
            <p:nvPr/>
          </p:nvSpPr>
          <p:spPr>
            <a:xfrm>
              <a:off x="8394268" y="3326811"/>
              <a:ext cx="1601509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50" dirty="0">
                  <a:solidFill>
                    <a:srgbClr val="27518E"/>
                  </a:solidFill>
                </a:rPr>
                <a:t>Chúc mừng bạn đã đổi thành công Sổ note Similac từ chương trình!</a:t>
              </a:r>
            </a:p>
            <a:p>
              <a:pPr algn="ctr"/>
              <a:endParaRPr lang="vi-VN" sz="550" dirty="0">
                <a:solidFill>
                  <a:srgbClr val="27518E"/>
                </a:solidFill>
              </a:endParaRPr>
            </a:p>
            <a:p>
              <a:pPr algn="ctr"/>
              <a:r>
                <a:rPr lang="vi-VN" sz="550" dirty="0">
                  <a:solidFill>
                    <a:srgbClr val="27518E"/>
                  </a:solidFill>
                </a:rPr>
                <a:t>Nhân viên nhãn hàng Similac sẽ liên hệ và gửi đến bạn phần vật phẩm gợi nhớ này trong vòng 07 ngày. </a:t>
              </a:r>
            </a:p>
            <a:p>
              <a:pPr algn="ctr"/>
              <a:r>
                <a:rPr lang="vi-VN" sz="550" dirty="0">
                  <a:solidFill>
                    <a:srgbClr val="27518E"/>
                  </a:solidFill>
                </a:rPr>
                <a:t>Vui lòng liên hệ số 0900 099 990 nếu có thắc mắc.</a:t>
              </a:r>
            </a:p>
            <a:p>
              <a:pPr algn="ctr"/>
              <a:endParaRPr lang="vi-VN" sz="550" dirty="0">
                <a:solidFill>
                  <a:srgbClr val="27518E"/>
                </a:solidFill>
              </a:endParaRPr>
            </a:p>
            <a:p>
              <a:pPr algn="ctr"/>
              <a:r>
                <a:rPr lang="vi-VN" sz="550" dirty="0">
                  <a:solidFill>
                    <a:srgbClr val="27518E"/>
                  </a:solidFill>
                </a:rPr>
                <a:t>Xin trân trọng cám ơn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519975" y="2387603"/>
            <a:ext cx="64623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   Nền dưới pop-up: Màn hình Đổi quà</a:t>
            </a:r>
          </a:p>
          <a:p>
            <a:endParaRPr lang="en-US"/>
          </a:p>
          <a:p>
            <a:r>
              <a:rPr lang="en-US"/>
              <a:t>1. Nội dung: </a:t>
            </a:r>
            <a:br>
              <a:rPr lang="en-US"/>
            </a:br>
            <a:r>
              <a:rPr lang="en-US"/>
              <a:t>“Chúc mừng bạn đã đổi thành công món quà từ chương trình!</a:t>
            </a:r>
            <a:br>
              <a:rPr lang="en-US"/>
            </a:br>
            <a:r>
              <a:rPr lang="en-US"/>
              <a:t>Nhân viên nhãn hàng Similac sẽ liên hệ và gửi đến bạn vật phẩm gợi nhớ trong vòng 07 ngày.</a:t>
            </a:r>
            <a:br>
              <a:rPr lang="en-US"/>
            </a:br>
            <a:r>
              <a:rPr lang="en-US"/>
              <a:t>Vui lòng liên hệ số 0900 099 990 nếu có bất kỳ thắc mắc nào về chương trình.</a:t>
            </a:r>
            <a:br>
              <a:rPr lang="en-US"/>
            </a:br>
            <a:r>
              <a:rPr lang="en-US"/>
              <a:t>Xin trân trọng cảm ơn!”</a:t>
            </a:r>
          </a:p>
          <a:p>
            <a:endParaRPr lang="en-US" b="1"/>
          </a:p>
          <a:p>
            <a:r>
              <a:rPr lang="en-US"/>
              <a:t>2. Button “Thoát” </a:t>
            </a:r>
            <a:r>
              <a:rPr lang="en-US">
                <a:sym typeface="Wingdings" panose="05000000000000000000" pitchFamily="2" charset="2"/>
              </a:rPr>
              <a:t> Click vào tắt pop-up thông báo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17F19D0-CFB6-1A40-9454-39BC28FA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Giao diện 2.2.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B81B1E-35DB-44BA-91DB-3A5F03B46714}"/>
              </a:ext>
            </a:extLst>
          </p:cNvPr>
          <p:cNvGrpSpPr/>
          <p:nvPr/>
        </p:nvGrpSpPr>
        <p:grpSpPr>
          <a:xfrm>
            <a:off x="158268" y="3107687"/>
            <a:ext cx="1146696" cy="518050"/>
            <a:chOff x="288404" y="1894950"/>
            <a:chExt cx="1146696" cy="51805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C5D9F8-074E-7844-98EE-0191499DBD58}"/>
                </a:ext>
              </a:extLst>
            </p:cNvPr>
            <p:cNvSpPr txBox="1"/>
            <p:nvPr/>
          </p:nvSpPr>
          <p:spPr>
            <a:xfrm>
              <a:off x="288404" y="18949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5351648-CB63-5E43-96AE-24B263A81188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>
              <a:off x="590090" y="2079616"/>
              <a:ext cx="845010" cy="33338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4852024-41D5-4556-8F76-11C09046B761}"/>
              </a:ext>
            </a:extLst>
          </p:cNvPr>
          <p:cNvSpPr txBox="1"/>
          <p:nvPr/>
        </p:nvSpPr>
        <p:spPr>
          <a:xfrm>
            <a:off x="4519975" y="1658230"/>
            <a:ext cx="646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POP-UP THÔNG BÁO ĐỔI QUÀ THÀNH CÔNG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E046E3-891E-4285-AA3D-EF3277524668}"/>
              </a:ext>
            </a:extLst>
          </p:cNvPr>
          <p:cNvGrpSpPr/>
          <p:nvPr/>
        </p:nvGrpSpPr>
        <p:grpSpPr>
          <a:xfrm>
            <a:off x="3115448" y="1451963"/>
            <a:ext cx="740409" cy="440536"/>
            <a:chOff x="-664652" y="2185276"/>
            <a:chExt cx="740409" cy="44053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5361F5-A9D6-420D-A3E4-59C756D159BE}"/>
                </a:ext>
              </a:extLst>
            </p:cNvPr>
            <p:cNvSpPr txBox="1"/>
            <p:nvPr/>
          </p:nvSpPr>
          <p:spPr>
            <a:xfrm>
              <a:off x="-225929" y="21852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0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4A4E60-BA9C-457E-91D2-251B104AE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64652" y="2424001"/>
              <a:ext cx="396102" cy="2018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1C286E-6C1A-4BE1-9493-1A656F28020B}"/>
              </a:ext>
            </a:extLst>
          </p:cNvPr>
          <p:cNvGrpSpPr/>
          <p:nvPr/>
        </p:nvGrpSpPr>
        <p:grpSpPr>
          <a:xfrm>
            <a:off x="2276475" y="3766762"/>
            <a:ext cx="1557482" cy="557812"/>
            <a:chOff x="-1481725" y="2185276"/>
            <a:chExt cx="1557482" cy="55781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B481D1-BF8D-44B9-BD36-F6C7C3A57A69}"/>
                </a:ext>
              </a:extLst>
            </p:cNvPr>
            <p:cNvSpPr txBox="1"/>
            <p:nvPr/>
          </p:nvSpPr>
          <p:spPr>
            <a:xfrm>
              <a:off x="-225929" y="21852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6BEECF6-13A4-423F-BB72-84B2E06862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81725" y="2424001"/>
              <a:ext cx="1213175" cy="319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6373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5400"/>
            <a:ext cx="9144000" cy="2387600"/>
          </a:xfrm>
        </p:spPr>
        <p:txBody>
          <a:bodyPr/>
          <a:lstStyle/>
          <a:p>
            <a:r>
              <a:rPr lang="en-US" b="1"/>
              <a:t>HÌNH ẢNH DEMO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A6984-838B-42AB-B88D-ED4D3299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6115-AB12-462C-BC16-0A20C0AD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Minh họa quà và số điểm tương ứng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3A14E7-9177-4926-933E-E7C81EE9F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4954"/>
            <a:ext cx="10515600" cy="3352679"/>
          </a:xfrm>
        </p:spPr>
      </p:pic>
    </p:spTree>
    <p:extLst>
      <p:ext uri="{BB962C8B-B14F-4D97-AF65-F5344CB8AC3E}">
        <p14:creationId xmlns:p14="http://schemas.microsoft.com/office/powerpoint/2010/main" val="288419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mazon.com: Surgical Hat Nurse Hat Doctor Nurse Scrub Cap Solid Color  Dentist Cap Beautician Cap Unisex Cotton Cap with Buttons: Musical  Instrument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710" y="4679940"/>
            <a:ext cx="891200" cy="101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9635098" y="3521009"/>
            <a:ext cx="2335631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Myriad Pro" panose="020B0503030403020204" pitchFamily="34" charset="0"/>
                <a:cs typeface="Arial" panose="020B0604020202020204" pitchFamily="34" charset="0"/>
              </a:rPr>
              <a:t>SPECIAL  GIFT FOR YOU 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178" y="1606488"/>
            <a:ext cx="1168335" cy="116833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186" y="1606488"/>
            <a:ext cx="920745" cy="92074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296" y="4932043"/>
            <a:ext cx="946229" cy="658575"/>
          </a:xfrm>
          <a:prstGeom prst="rect">
            <a:avLst/>
          </a:prstGeom>
        </p:spPr>
      </p:pic>
      <p:pic>
        <p:nvPicPr>
          <p:cNvPr id="46" name="Picture 4" descr="Wet Wipes, Cleansing Wipes, Disposable Wet Wipe, Sanitizing Wet Wipes,  Disposable Wet Wipes, Hand Sanitizing Wet Wipes - Indo Chem Laboratories,  Vadodara | ID: 1312819927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459" y="4715956"/>
            <a:ext cx="1010585" cy="10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080" y="1679685"/>
            <a:ext cx="1168335" cy="80848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9"/>
          <a:srcRect l="30000" r="30000"/>
          <a:stretch/>
        </p:blipFill>
        <p:spPr>
          <a:xfrm>
            <a:off x="2178175" y="1636506"/>
            <a:ext cx="1203386" cy="1203386"/>
          </a:xfrm>
          <a:prstGeom prst="rect">
            <a:avLst/>
          </a:prstGeom>
        </p:spPr>
      </p:pic>
      <p:pic>
        <p:nvPicPr>
          <p:cNvPr id="50" name="Picture 2" descr="Amazon.com: Serami Classic Cream White Diner Mugs for Coffee with 11oz  Capacity, Set of 4: Kitchen &amp; Dini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328" y="1745110"/>
            <a:ext cx="1090731" cy="9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/>
          <p:cNvSpPr/>
          <p:nvPr/>
        </p:nvSpPr>
        <p:spPr>
          <a:xfrm>
            <a:off x="2178174" y="1441038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Desk clock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00282" y="4399294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Scrub Hats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986" y="4416713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Stress Balls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85178" y="1417902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Notepad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9527" y="1436836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Mugs cups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65459" y="4436910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Wet tissue 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45080" y="1414155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Bags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11986" y="1430429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Pen light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2853" y="4731411"/>
            <a:ext cx="971973" cy="971973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162622" y="4426204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Medical face mask</a:t>
            </a:r>
            <a:endParaRPr lang="en-US" sz="1000" b="1" dirty="0"/>
          </a:p>
        </p:txBody>
      </p:sp>
      <p:sp>
        <p:nvSpPr>
          <p:cNvPr id="63" name="Rectangle 62"/>
          <p:cNvSpPr/>
          <p:nvPr/>
        </p:nvSpPr>
        <p:spPr>
          <a:xfrm>
            <a:off x="2178175" y="5774445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Phone card 20k</a:t>
            </a:r>
            <a:endParaRPr lang="en-US" sz="1100" b="1" dirty="0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0484" y="6021854"/>
            <a:ext cx="844342" cy="714949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2246917" y="2973760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E-gift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 rotWithShape="1">
          <a:blip r:embed="rId13"/>
          <a:srcRect l="22233" t="8019" r="58011" b="12560"/>
          <a:stretch/>
        </p:blipFill>
        <p:spPr>
          <a:xfrm>
            <a:off x="2161106" y="3233547"/>
            <a:ext cx="1373778" cy="886398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3810574" y="2973759"/>
            <a:ext cx="1168335" cy="138009"/>
          </a:xfrm>
          <a:prstGeom prst="rect">
            <a:avLst/>
          </a:prstGeom>
          <a:solidFill>
            <a:srgbClr val="064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Phone card 50k</a:t>
            </a: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7071" y="3222249"/>
            <a:ext cx="1195338" cy="1012156"/>
          </a:xfrm>
          <a:prstGeom prst="rect">
            <a:avLst/>
          </a:prstGeom>
        </p:spPr>
      </p:pic>
      <p:sp>
        <p:nvSpPr>
          <p:cNvPr id="59" name="Title 1">
            <a:extLst>
              <a:ext uri="{FF2B5EF4-FFF2-40B4-BE49-F238E27FC236}">
                <a16:creationId xmlns:a16="http://schemas.microsoft.com/office/drawing/2014/main" id="{746FD64F-24EA-43B1-BEF6-54B2B703322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Minh họa quà và số điểm tương ứng</a:t>
            </a:r>
          </a:p>
        </p:txBody>
      </p:sp>
    </p:spTree>
    <p:extLst>
      <p:ext uri="{BB962C8B-B14F-4D97-AF65-F5344CB8AC3E}">
        <p14:creationId xmlns:p14="http://schemas.microsoft.com/office/powerpoint/2010/main" val="3935090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640</TotalTime>
  <Words>641</Words>
  <Application>Microsoft Office PowerPoint</Application>
  <PresentationFormat>Widescreen</PresentationFormat>
  <Paragraphs>91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Myriad Pro</vt:lpstr>
      <vt:lpstr>Office Theme</vt:lpstr>
      <vt:lpstr>GIAO DIỆN MÀN HÌNH ĐỔI QUÀ</vt:lpstr>
      <vt:lpstr>GIAO DIỆN ĐỔI QUÀ  NGÀY 27/3/2021</vt:lpstr>
      <vt:lpstr>Giao diện 1.1. User đã đủ điểm đổi quà </vt:lpstr>
      <vt:lpstr>Giao diện 1.2. User chưa đủ điểm đổi quà</vt:lpstr>
      <vt:lpstr>GIAO DIỆN ĐỔI QUÀ  NGÀY 15/4/2021</vt:lpstr>
      <vt:lpstr>Giao diện 2.1.</vt:lpstr>
      <vt:lpstr>Giao diện 2.2.</vt:lpstr>
      <vt:lpstr>HÌNH ẢNH DEMO</vt:lpstr>
      <vt:lpstr>Minh họa quà và số điểm tương ứng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BẢNG THÀNH TÍCH  VÀ XẾP HẠNG</dc:title>
  <dc:creator>Nguyễn Quốc Tuấn</dc:creator>
  <cp:lastModifiedBy> </cp:lastModifiedBy>
  <cp:revision>53</cp:revision>
  <dcterms:created xsi:type="dcterms:W3CDTF">2021-02-24T07:50:46Z</dcterms:created>
  <dcterms:modified xsi:type="dcterms:W3CDTF">2021-03-17T07:34:33Z</dcterms:modified>
</cp:coreProperties>
</file>