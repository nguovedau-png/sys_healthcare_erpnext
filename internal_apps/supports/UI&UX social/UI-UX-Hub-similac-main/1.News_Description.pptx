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82" r:id="rId3"/>
    <p:sldId id="265" r:id="rId4"/>
    <p:sldId id="263" r:id="rId5"/>
    <p:sldId id="261" r:id="rId6"/>
    <p:sldId id="277" r:id="rId7"/>
    <p:sldId id="275" r:id="rId8"/>
    <p:sldId id="266" r:id="rId9"/>
    <p:sldId id="268" r:id="rId10"/>
    <p:sldId id="269" r:id="rId11"/>
    <p:sldId id="285" r:id="rId12"/>
    <p:sldId id="284" r:id="rId13"/>
    <p:sldId id="279" r:id="rId14"/>
    <p:sldId id="280" r:id="rId15"/>
    <p:sldId id="283" r:id="rId16"/>
    <p:sldId id="28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76DD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612" y="78"/>
      </p:cViewPr>
      <p:guideLst>
        <p:guide orient="horz" pos="213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6A8546-DAEA-402C-8DF5-DB614BB6CDA2}" type="datetimeFigureOut">
              <a:rPr lang="en-US" smtClean="0"/>
              <a:t>1/27/2021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0010C3-38C0-481D-B9AB-F421989D9E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09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BB404-26E5-4AAC-9039-8B1152F688DA}" type="datetime1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624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A618E-2527-41B0-8541-DD057F5F1406}" type="datetime1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712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98BB6A-8D21-423D-A643-C546E1A22068}" type="datetime1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7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D2398-9CED-4CE1-9147-B422A0C9E685}" type="datetime1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1169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A724A0-B8D8-499D-A8BE-9F2A2C7E7593}" type="datetime1">
              <a:rPr lang="en-US" smtClean="0"/>
              <a:t>1/27/2021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334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5308E-2762-49C9-B332-6F1D791AAD3C}" type="datetime1">
              <a:rPr lang="en-US" smtClean="0"/>
              <a:t>1/27/2021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456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68AA2-8092-4E89-82A4-63E714BF2FA7}" type="datetime1">
              <a:rPr lang="en-US" smtClean="0"/>
              <a:t>1/27/2021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47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4AD44-91C6-448D-B0E4-24B92B15AEEC}" type="datetime1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5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D1F71-3302-48D2-A1DE-D982FEAE04D5}" type="datetime1">
              <a:rPr lang="en-US" smtClean="0"/>
              <a:t>1/27/2021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0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AD94A-4179-42DC-896F-1540B91FDAEC}" type="datetime1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760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6C51-60D0-4176-9ED6-9B68D5AC63AD}" type="datetime1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29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38DB7-8490-41D5-8315-3F925D944373}" type="datetime1">
              <a:rPr lang="en-US" smtClean="0"/>
              <a:t>1/27/2021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D92CD0-F84F-49A5-828B-BA47C6EC23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265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0ABD65-A89A-451B-8A23-C2C5575B78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39" b="8630"/>
          <a:stretch/>
        </p:blipFill>
        <p:spPr>
          <a:xfrm>
            <a:off x="-216567" y="-240632"/>
            <a:ext cx="12633156" cy="73392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F50278-9A9A-0F4E-BDCF-6351BE1732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7" y="1041399"/>
            <a:ext cx="11213431" cy="3963738"/>
          </a:xfr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/>
          <a:p>
            <a:r>
              <a:rPr lang="en-US" sz="7200" b="1" dirty="0">
                <a:solidFill>
                  <a:srgbClr val="00B050"/>
                </a:solidFill>
              </a:rPr>
              <a:t>THIẾT KẾ GIAO DIỆN</a:t>
            </a:r>
            <a:br>
              <a:rPr lang="en-US" sz="7200" b="1" dirty="0">
                <a:solidFill>
                  <a:srgbClr val="00B050"/>
                </a:solidFill>
              </a:rPr>
            </a:br>
            <a:r>
              <a:rPr lang="en-US" sz="7200" b="1" dirty="0">
                <a:solidFill>
                  <a:srgbClr val="00B050"/>
                </a:solidFill>
              </a:rPr>
              <a:t>TIN TỨC TRONG </a:t>
            </a:r>
            <a:br>
              <a:rPr lang="en-US" sz="7200" b="1" dirty="0">
                <a:solidFill>
                  <a:srgbClr val="00B050"/>
                </a:solidFill>
              </a:rPr>
            </a:br>
            <a:r>
              <a:rPr lang="en-US" sz="7200" b="1" dirty="0">
                <a:solidFill>
                  <a:srgbClr val="00B050"/>
                </a:solidFill>
              </a:rPr>
              <a:t>HUB SIMILAC</a:t>
            </a:r>
            <a:endParaRPr lang="en-US" sz="5400" b="1" dirty="0">
              <a:solidFill>
                <a:srgbClr val="F76DD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7F481B-9C2C-084A-8DF1-0582D2DA4B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719989"/>
            <a:ext cx="9144000" cy="1001486"/>
          </a:xfrm>
        </p:spPr>
        <p:txBody>
          <a:bodyPr>
            <a:noAutofit/>
          </a:bodyPr>
          <a:lstStyle/>
          <a:p>
            <a:r>
              <a:rPr lang="en-US" sz="2800" b="1" dirty="0"/>
              <a:t>27/01/2021</a:t>
            </a:r>
          </a:p>
          <a:p>
            <a:r>
              <a:rPr lang="en-US" sz="2800" b="1" dirty="0"/>
              <a:t>NGOC – PRODUCT MDCOM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46778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90FC0D8-34C1-42C6-B875-1F641F6728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6079" y="0"/>
            <a:ext cx="3167180" cy="68580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FC7FF9-EE38-4F86-99BE-C9402E118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2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09C0BBA-F138-40D1-9052-AA865830D354}"/>
              </a:ext>
            </a:extLst>
          </p:cNvPr>
          <p:cNvGrpSpPr/>
          <p:nvPr/>
        </p:nvGrpSpPr>
        <p:grpSpPr>
          <a:xfrm>
            <a:off x="6681332" y="0"/>
            <a:ext cx="3492189" cy="6858000"/>
            <a:chOff x="7293166" y="0"/>
            <a:chExt cx="3492189" cy="6858000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F5F61D54-23D4-43B2-86B4-A306366CC4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449755" y="0"/>
              <a:ext cx="3167180" cy="685800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89FDA6F-95C0-4406-9C57-DE8A32548CAC}"/>
                </a:ext>
              </a:extLst>
            </p:cNvPr>
            <p:cNvSpPr/>
            <p:nvPr/>
          </p:nvSpPr>
          <p:spPr>
            <a:xfrm>
              <a:off x="7293166" y="2787267"/>
              <a:ext cx="3492189" cy="102473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4B3439E7-9852-43D5-A4EE-DCE19581E21F}"/>
              </a:ext>
            </a:extLst>
          </p:cNvPr>
          <p:cNvSpPr/>
          <p:nvPr/>
        </p:nvSpPr>
        <p:spPr>
          <a:xfrm>
            <a:off x="3227764" y="1435227"/>
            <a:ext cx="1047699" cy="9995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2921A90-6838-48CB-95F1-C8ECA8EB2FE4}"/>
              </a:ext>
            </a:extLst>
          </p:cNvPr>
          <p:cNvSpPr/>
          <p:nvPr/>
        </p:nvSpPr>
        <p:spPr>
          <a:xfrm>
            <a:off x="5358410" y="2969795"/>
            <a:ext cx="931010" cy="84221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9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43" y="231828"/>
            <a:ext cx="9590314" cy="63943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08368"/>
            <a:ext cx="12192000" cy="245183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GIAO DIỆN </a:t>
            </a:r>
            <a:b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CÁC MÀN HÌNH TIN TỨC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B699FB5-D715-4A29-AB6D-3679CFDC1A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410" y="0"/>
            <a:ext cx="3167180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2F042AD-330B-4F24-A281-F9B272397F65}"/>
              </a:ext>
            </a:extLst>
          </p:cNvPr>
          <p:cNvGrpSpPr/>
          <p:nvPr/>
        </p:nvGrpSpPr>
        <p:grpSpPr>
          <a:xfrm>
            <a:off x="1936654" y="689708"/>
            <a:ext cx="2743200" cy="369332"/>
            <a:chOff x="1936654" y="689708"/>
            <a:chExt cx="2743200" cy="369332"/>
          </a:xfrm>
        </p:grpSpPr>
        <p:cxnSp>
          <p:nvCxnSpPr>
            <p:cNvPr id="4" name="Straight Arrow Connector 3"/>
            <p:cNvCxnSpPr/>
            <p:nvPr/>
          </p:nvCxnSpPr>
          <p:spPr>
            <a:xfrm flipH="1">
              <a:off x="3920199" y="689708"/>
              <a:ext cx="759655" cy="1688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>
              <a:off x="1936654" y="689708"/>
              <a:ext cx="1983545" cy="369332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err="1"/>
                <a:t>Thanh</a:t>
              </a:r>
              <a:r>
                <a:rPr lang="en-US" dirty="0"/>
                <a:t> </a:t>
              </a:r>
              <a:r>
                <a:rPr lang="en-US" dirty="0" err="1"/>
                <a:t>tìm</a:t>
              </a:r>
              <a:r>
                <a:rPr lang="en-US" dirty="0"/>
                <a:t> </a:t>
              </a:r>
              <a:r>
                <a:rPr lang="en-US" dirty="0" err="1"/>
                <a:t>kiếm</a:t>
              </a:r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840B050-8F2C-4235-BB8F-F86414359CD4}"/>
              </a:ext>
            </a:extLst>
          </p:cNvPr>
          <p:cNvGrpSpPr/>
          <p:nvPr/>
        </p:nvGrpSpPr>
        <p:grpSpPr>
          <a:xfrm>
            <a:off x="7571234" y="1312685"/>
            <a:ext cx="4318218" cy="646331"/>
            <a:chOff x="6950079" y="1141665"/>
            <a:chExt cx="4318218" cy="646331"/>
          </a:xfrm>
        </p:grpSpPr>
        <p:cxnSp>
          <p:nvCxnSpPr>
            <p:cNvPr id="6" name="Straight Arrow Connector 5"/>
            <p:cNvCxnSpPr>
              <a:cxnSpLocks/>
            </p:cNvCxnSpPr>
            <p:nvPr/>
          </p:nvCxnSpPr>
          <p:spPr>
            <a:xfrm>
              <a:off x="6950079" y="1164023"/>
              <a:ext cx="1259393" cy="11187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/>
            <p:cNvSpPr txBox="1"/>
            <p:nvPr/>
          </p:nvSpPr>
          <p:spPr>
            <a:xfrm>
              <a:off x="8253047" y="1141665"/>
              <a:ext cx="3015250" cy="64633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Tab </a:t>
              </a:r>
              <a:r>
                <a:rPr lang="en-US" dirty="0" err="1">
                  <a:solidFill>
                    <a:schemeClr val="tx1"/>
                  </a:solidFill>
                </a:rPr>
                <a:t>chủ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đề</a:t>
              </a:r>
              <a:r>
                <a:rPr lang="en-US" dirty="0">
                  <a:solidFill>
                    <a:schemeClr val="tx1"/>
                  </a:solidFill>
                </a:rPr>
                <a:t>, </a:t>
              </a:r>
              <a:r>
                <a:rPr lang="en-US" dirty="0" err="1">
                  <a:solidFill>
                    <a:schemeClr val="tx1"/>
                  </a:solidFill>
                </a:rPr>
                <a:t>chọn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đến</a:t>
              </a:r>
              <a:r>
                <a:rPr lang="en-US" dirty="0">
                  <a:solidFill>
                    <a:schemeClr val="tx1"/>
                  </a:solidFill>
                </a:rPr>
                <a:t> tab </a:t>
              </a:r>
              <a:r>
                <a:rPr lang="en-US" dirty="0" err="1">
                  <a:solidFill>
                    <a:schemeClr val="tx1"/>
                  </a:solidFill>
                </a:rPr>
                <a:t>nào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thì</a:t>
              </a:r>
              <a:r>
                <a:rPr lang="en-US" dirty="0">
                  <a:solidFill>
                    <a:schemeClr val="tx1"/>
                  </a:solidFill>
                </a:rPr>
                <a:t> tab </a:t>
              </a:r>
              <a:r>
                <a:rPr lang="en-US" dirty="0" err="1">
                  <a:solidFill>
                    <a:schemeClr val="tx1"/>
                  </a:solidFill>
                </a:rPr>
                <a:t>đó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sẽ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nổi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lên</a:t>
              </a:r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355A88E-1439-4A74-A782-44BC76C7F6A2}"/>
              </a:ext>
            </a:extLst>
          </p:cNvPr>
          <p:cNvGrpSpPr/>
          <p:nvPr/>
        </p:nvGrpSpPr>
        <p:grpSpPr>
          <a:xfrm>
            <a:off x="7679590" y="100840"/>
            <a:ext cx="2861945" cy="646331"/>
            <a:chOff x="7679590" y="151164"/>
            <a:chExt cx="2861945" cy="646331"/>
          </a:xfrm>
        </p:grpSpPr>
        <p:cxnSp>
          <p:nvCxnSpPr>
            <p:cNvPr id="11" name="Straight Arrow Connector 10"/>
            <p:cNvCxnSpPr>
              <a:cxnSpLocks/>
            </p:cNvCxnSpPr>
            <p:nvPr/>
          </p:nvCxnSpPr>
          <p:spPr>
            <a:xfrm>
              <a:off x="7679590" y="403001"/>
              <a:ext cx="626374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8305964" y="151164"/>
              <a:ext cx="2235571" cy="646331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err="1"/>
                <a:t>Chuông</a:t>
              </a:r>
              <a:r>
                <a:rPr lang="en-US" dirty="0"/>
                <a:t> </a:t>
              </a:r>
              <a:r>
                <a:rPr lang="en-US" dirty="0" err="1"/>
                <a:t>thông</a:t>
              </a:r>
              <a:r>
                <a:rPr lang="en-US" dirty="0"/>
                <a:t> </a:t>
              </a:r>
              <a:r>
                <a:rPr lang="en-US" dirty="0" err="1"/>
                <a:t>báo</a:t>
              </a:r>
              <a:r>
                <a:rPr lang="en-US" dirty="0"/>
                <a:t> + </a:t>
              </a:r>
              <a:r>
                <a:rPr lang="en-US" dirty="0" err="1"/>
                <a:t>th</a:t>
              </a:r>
              <a:r>
                <a:rPr lang="vi-VN" dirty="0"/>
                <a:t>ư</a:t>
              </a:r>
              <a:r>
                <a:rPr lang="en-US" dirty="0"/>
                <a:t> </a:t>
              </a:r>
              <a:r>
                <a:rPr lang="en-US" dirty="0" err="1"/>
                <a:t>mục</a:t>
              </a:r>
              <a:r>
                <a:rPr lang="en-US" dirty="0"/>
                <a:t> l</a:t>
              </a:r>
              <a:r>
                <a:rPr lang="vi-VN" dirty="0"/>
                <a:t>ư</a:t>
              </a:r>
              <a:r>
                <a:rPr lang="en-US" dirty="0"/>
                <a:t>u </a:t>
              </a:r>
              <a:r>
                <a:rPr lang="en-US" dirty="0" err="1"/>
                <a:t>trữ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249B29A-ED37-4092-8FCB-3E11040BAF9F}"/>
              </a:ext>
            </a:extLst>
          </p:cNvPr>
          <p:cNvGrpSpPr/>
          <p:nvPr/>
        </p:nvGrpSpPr>
        <p:grpSpPr>
          <a:xfrm>
            <a:off x="1689038" y="1871395"/>
            <a:ext cx="3059836" cy="923330"/>
            <a:chOff x="1689038" y="1871395"/>
            <a:chExt cx="3059836" cy="923330"/>
          </a:xfrm>
        </p:grpSpPr>
        <p:cxnSp>
          <p:nvCxnSpPr>
            <p:cNvPr id="13" name="Straight Arrow Connector 12"/>
            <p:cNvCxnSpPr/>
            <p:nvPr/>
          </p:nvCxnSpPr>
          <p:spPr>
            <a:xfrm flipH="1">
              <a:off x="3989219" y="2025749"/>
              <a:ext cx="759655" cy="16881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1689038" y="1871395"/>
              <a:ext cx="2298407" cy="923330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Banner </a:t>
              </a:r>
              <a:r>
                <a:rPr lang="en-US" dirty="0" err="1">
                  <a:solidFill>
                    <a:schemeClr val="tx1"/>
                  </a:solidFill>
                </a:rPr>
                <a:t>hình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bài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viết</a:t>
              </a:r>
              <a:r>
                <a:rPr lang="en-US" dirty="0">
                  <a:solidFill>
                    <a:schemeClr val="tx1"/>
                  </a:solidFill>
                </a:rPr>
                <a:t>/ thumbnail video (600x400)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AE2CC67-70C1-4638-8D0B-9C82C296AECA}"/>
              </a:ext>
            </a:extLst>
          </p:cNvPr>
          <p:cNvGrpSpPr/>
          <p:nvPr/>
        </p:nvGrpSpPr>
        <p:grpSpPr>
          <a:xfrm>
            <a:off x="7422246" y="3817193"/>
            <a:ext cx="3931554" cy="2031325"/>
            <a:chOff x="7395839" y="3429000"/>
            <a:chExt cx="3931554" cy="2031325"/>
          </a:xfrm>
        </p:grpSpPr>
        <p:cxnSp>
          <p:nvCxnSpPr>
            <p:cNvPr id="15" name="Straight Arrow Connector 14"/>
            <p:cNvCxnSpPr>
              <a:endCxn id="16" idx="1"/>
            </p:cNvCxnSpPr>
            <p:nvPr/>
          </p:nvCxnSpPr>
          <p:spPr>
            <a:xfrm>
              <a:off x="7395839" y="3769583"/>
              <a:ext cx="1048125" cy="67508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8443964" y="3429000"/>
              <a:ext cx="2883429" cy="2031325"/>
            </a:xfrm>
            <a:prstGeom prst="rect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dirty="0" err="1">
                  <a:solidFill>
                    <a:schemeClr val="tx1"/>
                  </a:solidFill>
                </a:rPr>
                <a:t>Tên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bài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viết</a:t>
              </a:r>
              <a:endParaRPr lang="en-US" dirty="0">
                <a:solidFill>
                  <a:schemeClr val="tx1"/>
                </a:solidFill>
              </a:endParaRPr>
            </a:p>
            <a:p>
              <a:pPr marL="342900" indent="-342900">
                <a:buAutoNum type="arabicPeriod"/>
              </a:pPr>
              <a:r>
                <a:rPr lang="en-US" dirty="0" err="1">
                  <a:solidFill>
                    <a:schemeClr val="tx1"/>
                  </a:solidFill>
                </a:rPr>
                <a:t>Thời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gian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đăng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bài</a:t>
              </a:r>
              <a:endParaRPr lang="en-US" dirty="0">
                <a:solidFill>
                  <a:schemeClr val="tx1"/>
                </a:solidFill>
              </a:endParaRPr>
            </a:p>
            <a:p>
              <a:pPr marL="342900" indent="-342900">
                <a:buAutoNum type="arabicPeriod"/>
              </a:pPr>
              <a:r>
                <a:rPr lang="en-US" dirty="0" err="1">
                  <a:solidFill>
                    <a:schemeClr val="tx1"/>
                  </a:solidFill>
                </a:rPr>
                <a:t>Số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lượng</a:t>
              </a:r>
              <a:r>
                <a:rPr lang="en-US" dirty="0">
                  <a:solidFill>
                    <a:schemeClr val="tx1"/>
                  </a:solidFill>
                </a:rPr>
                <a:t> like, view, </a:t>
              </a:r>
              <a:r>
                <a:rPr lang="en-US" dirty="0" err="1">
                  <a:solidFill>
                    <a:schemeClr val="tx1"/>
                  </a:solidFill>
                </a:rPr>
                <a:t>cmt</a:t>
              </a:r>
              <a:endParaRPr lang="en-US" dirty="0">
                <a:solidFill>
                  <a:schemeClr val="tx1"/>
                </a:solidFill>
              </a:endParaRPr>
            </a:p>
            <a:p>
              <a:pPr marL="342900" indent="-342900">
                <a:buAutoNum type="arabicPeriod"/>
              </a:pPr>
              <a:r>
                <a:rPr lang="en-US" dirty="0" err="1">
                  <a:solidFill>
                    <a:schemeClr val="tx1"/>
                  </a:solidFill>
                </a:rPr>
                <a:t>Nút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Lưu</a:t>
              </a:r>
              <a:endParaRPr lang="en-US" dirty="0">
                <a:solidFill>
                  <a:schemeClr val="tx1"/>
                </a:solidFill>
              </a:endParaRPr>
            </a:p>
            <a:p>
              <a:pPr marL="342900" indent="-342900">
                <a:buAutoNum type="arabicPeriod"/>
              </a:pPr>
              <a:r>
                <a:rPr lang="en-US" dirty="0">
                  <a:solidFill>
                    <a:schemeClr val="tx1"/>
                  </a:solidFill>
                </a:rPr>
                <a:t>Tag </a:t>
              </a:r>
              <a:r>
                <a:rPr lang="en-US" dirty="0" err="1">
                  <a:solidFill>
                    <a:schemeClr val="tx1"/>
                  </a:solidFill>
                </a:rPr>
                <a:t>chuyên</a:t>
              </a:r>
              <a:r>
                <a:rPr lang="en-US" dirty="0">
                  <a:solidFill>
                    <a:schemeClr val="tx1"/>
                  </a:solidFill>
                </a:rPr>
                <a:t> khoa</a:t>
              </a:r>
            </a:p>
            <a:p>
              <a:pPr marL="342900" indent="-342900">
                <a:buAutoNum type="arabicPeriod"/>
              </a:pPr>
              <a:r>
                <a:rPr lang="en-US" dirty="0">
                  <a:solidFill>
                    <a:schemeClr val="tx1"/>
                  </a:solidFill>
                </a:rPr>
                <a:t>Icon video (</a:t>
              </a:r>
              <a:r>
                <a:rPr lang="en-US" dirty="0" err="1">
                  <a:solidFill>
                    <a:schemeClr val="tx1"/>
                  </a:solidFill>
                </a:rPr>
                <a:t>nếu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bài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viết</a:t>
              </a:r>
              <a:r>
                <a:rPr lang="en-US" dirty="0">
                  <a:solidFill>
                    <a:schemeClr val="tx1"/>
                  </a:solidFill>
                </a:rPr>
                <a:t> </a:t>
              </a:r>
              <a:r>
                <a:rPr lang="en-US" dirty="0" err="1">
                  <a:solidFill>
                    <a:schemeClr val="tx1"/>
                  </a:solidFill>
                </a:rPr>
                <a:t>có</a:t>
              </a:r>
              <a:r>
                <a:rPr lang="en-US" dirty="0">
                  <a:solidFill>
                    <a:schemeClr val="tx1"/>
                  </a:solidFill>
                </a:rPr>
                <a:t> video)</a:t>
              </a:r>
            </a:p>
          </p:txBody>
        </p: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4</a:t>
            </a:fld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FA86C4-A379-4B77-A2DC-595689BB3785}"/>
              </a:ext>
            </a:extLst>
          </p:cNvPr>
          <p:cNvSpPr/>
          <p:nvPr/>
        </p:nvSpPr>
        <p:spPr>
          <a:xfrm>
            <a:off x="4345999" y="3691417"/>
            <a:ext cx="3694007" cy="105778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177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95AAC4C-DCEC-4FC3-BB7D-ED49A9755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410" y="0"/>
            <a:ext cx="3167180" cy="6858000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 flipV="1">
            <a:off x="7587343" y="2197347"/>
            <a:ext cx="847214" cy="17573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519541" y="1597182"/>
            <a:ext cx="3270363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>
                <a:solidFill>
                  <a:srgbClr val="FF0000"/>
                </a:solidFill>
              </a:rPr>
              <a:t>Slide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bài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viết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bao </a:t>
            </a:r>
            <a:r>
              <a:rPr lang="en-US" dirty="0" err="1"/>
              <a:t>gồm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5 </a:t>
            </a:r>
            <a:r>
              <a:rPr lang="en-US" dirty="0" err="1">
                <a:solidFill>
                  <a:srgbClr val="FF0000"/>
                </a:solidFill>
              </a:rPr>
              <a:t>bài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nổi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bật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/>
              <a:t>lướt</a:t>
            </a:r>
            <a:r>
              <a:rPr lang="en-US" dirty="0"/>
              <a:t> </a:t>
            </a:r>
            <a:r>
              <a:rPr lang="en-US" dirty="0" err="1"/>
              <a:t>ngang</a:t>
            </a:r>
            <a:r>
              <a:rPr lang="en-US" dirty="0"/>
              <a:t>.</a:t>
            </a:r>
          </a:p>
          <a:p>
            <a:r>
              <a:rPr lang="en-US" dirty="0"/>
              <a:t>- </a:t>
            </a:r>
            <a:r>
              <a:rPr lang="en-US" dirty="0" err="1"/>
              <a:t>Có</a:t>
            </a:r>
            <a:r>
              <a:rPr lang="en-US" dirty="0"/>
              <a:t> dashboard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để</a:t>
            </a:r>
            <a:r>
              <a:rPr lang="en-US" dirty="0"/>
              <a:t> admin </a:t>
            </a:r>
            <a:r>
              <a:rPr lang="en-US" dirty="0" err="1"/>
              <a:t>chọn</a:t>
            </a:r>
            <a:r>
              <a:rPr lang="en-US" dirty="0"/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59323" y="3649108"/>
            <a:ext cx="3532651" cy="27516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3549164" y="5024952"/>
            <a:ext cx="825888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727982" y="4701787"/>
            <a:ext cx="1871003" cy="64633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tin </a:t>
            </a:r>
            <a:r>
              <a:rPr lang="en-US" dirty="0" err="1">
                <a:solidFill>
                  <a:srgbClr val="FF0000"/>
                </a:solidFill>
              </a:rPr>
              <a:t>mới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(load 15-20 tin)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579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43" y="231828"/>
            <a:ext cx="9590314" cy="63943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08368"/>
            <a:ext cx="12192000" cy="245183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GIAO DIỆN</a:t>
            </a:r>
            <a:b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KHI TÌM KIẾM BÀI VIẾT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0151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896C3D7-0CE4-496E-AF5B-F395477A19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4482" y="0"/>
            <a:ext cx="3167180" cy="68580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9C7F1C-96AD-4719-B857-87BE00F29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46" y="0"/>
            <a:ext cx="3167180" cy="685800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A1BF88-417A-4FFE-8B0D-F8B3B7483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6BCF23-9D8B-40FC-ABD2-1FC71416C4FB}"/>
              </a:ext>
            </a:extLst>
          </p:cNvPr>
          <p:cNvSpPr txBox="1"/>
          <p:nvPr/>
        </p:nvSpPr>
        <p:spPr>
          <a:xfrm>
            <a:off x="3298886" y="1129507"/>
            <a:ext cx="1705302" cy="6463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gợi</a:t>
            </a:r>
            <a:r>
              <a:rPr lang="en-US" dirty="0"/>
              <a:t> ý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91DA1A19-CE6B-4EF5-A73A-B93888AFE81C}"/>
              </a:ext>
            </a:extLst>
          </p:cNvPr>
          <p:cNvSpPr/>
          <p:nvPr/>
        </p:nvSpPr>
        <p:spPr>
          <a:xfrm>
            <a:off x="5021136" y="2969795"/>
            <a:ext cx="931010" cy="842210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10146D-C073-478A-8008-D45C466F009D}"/>
              </a:ext>
            </a:extLst>
          </p:cNvPr>
          <p:cNvSpPr txBox="1"/>
          <p:nvPr/>
        </p:nvSpPr>
        <p:spPr>
          <a:xfrm>
            <a:off x="9247482" y="1812230"/>
            <a:ext cx="2470792" cy="92333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>
                <a:solidFill>
                  <a:schemeClr val="tx1"/>
                </a:solidFill>
              </a:rPr>
              <a:t>Tìm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kiếm</a:t>
            </a:r>
            <a:r>
              <a:rPr lang="en-US" dirty="0">
                <a:solidFill>
                  <a:schemeClr val="tx1"/>
                </a:solidFill>
              </a:rPr>
              <a:t>: </a:t>
            </a:r>
            <a:r>
              <a:rPr lang="en-US" dirty="0" err="1">
                <a:solidFill>
                  <a:schemeClr val="tx1"/>
                </a:solidFill>
              </a:rPr>
              <a:t>tìm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bài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viết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trong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mục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Cập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nhật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kiến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thức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725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43" y="231828"/>
            <a:ext cx="9590314" cy="63943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08368"/>
            <a:ext cx="12192000" cy="245183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GIAO DIỆN WEBVIEW </a:t>
            </a:r>
            <a:b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</a:br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HIỂN THỊ NỘI DUNG TIN TỨC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162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09CA0A1B-A925-4293-8C7F-A01522270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2410" y="0"/>
            <a:ext cx="3167180" cy="6858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9174998" y="206105"/>
            <a:ext cx="1014031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</p:txBody>
      </p:sp>
      <p:cxnSp>
        <p:nvCxnSpPr>
          <p:cNvPr id="6" name="Straight Arrow Connector 5"/>
          <p:cNvCxnSpPr>
            <a:cxnSpLocks/>
            <a:endCxn id="5" idx="1"/>
          </p:cNvCxnSpPr>
          <p:nvPr/>
        </p:nvCxnSpPr>
        <p:spPr>
          <a:xfrm flipV="1">
            <a:off x="7557917" y="390771"/>
            <a:ext cx="1617081" cy="49398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915735" y="1485556"/>
            <a:ext cx="2764637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r>
              <a:rPr lang="en-US" dirty="0"/>
              <a:t>, </a:t>
            </a:r>
            <a:r>
              <a:rPr lang="en-US" dirty="0" err="1"/>
              <a:t>ngày</a:t>
            </a:r>
            <a:r>
              <a:rPr lang="en-US" dirty="0"/>
              <a:t> </a:t>
            </a:r>
            <a:r>
              <a:rPr lang="en-US" dirty="0" err="1"/>
              <a:t>đăng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H="1" flipV="1">
            <a:off x="3270667" y="1272957"/>
            <a:ext cx="1368418" cy="1772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33E6839D-920C-4D69-A636-94922F79D44E}"/>
              </a:ext>
            </a:extLst>
          </p:cNvPr>
          <p:cNvGrpSpPr/>
          <p:nvPr/>
        </p:nvGrpSpPr>
        <p:grpSpPr>
          <a:xfrm>
            <a:off x="1686616" y="1785170"/>
            <a:ext cx="2958067" cy="369332"/>
            <a:chOff x="1686616" y="1354320"/>
            <a:chExt cx="2958067" cy="369332"/>
          </a:xfrm>
        </p:grpSpPr>
        <p:sp>
          <p:nvSpPr>
            <p:cNvPr id="12" name="TextBox 11"/>
            <p:cNvSpPr txBox="1"/>
            <p:nvPr/>
          </p:nvSpPr>
          <p:spPr>
            <a:xfrm>
              <a:off x="1686616" y="1354320"/>
              <a:ext cx="1589649" cy="369332"/>
            </a:xfrm>
            <a:prstGeom prst="rect">
              <a:avLst/>
            </a:prstGeom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dirty="0" err="1"/>
                <a:t>Đoạn</a:t>
              </a:r>
              <a:r>
                <a:rPr lang="en-US" dirty="0"/>
                <a:t> </a:t>
              </a:r>
              <a:r>
                <a:rPr lang="en-US" dirty="0" err="1"/>
                <a:t>sapo</a:t>
              </a:r>
              <a:endParaRPr lang="en-US" dirty="0"/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 flipV="1">
              <a:off x="3276265" y="1536896"/>
              <a:ext cx="1368418" cy="18239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TextBox 16"/>
          <p:cNvSpPr txBox="1"/>
          <p:nvPr/>
        </p:nvSpPr>
        <p:spPr>
          <a:xfrm>
            <a:off x="1172038" y="2999941"/>
            <a:ext cx="2098629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viết</a:t>
            </a:r>
            <a:endParaRPr lang="en-US" dirty="0"/>
          </a:p>
        </p:txBody>
      </p:sp>
      <p:cxnSp>
        <p:nvCxnSpPr>
          <p:cNvPr id="18" name="Straight Arrow Connector 17"/>
          <p:cNvCxnSpPr/>
          <p:nvPr/>
        </p:nvCxnSpPr>
        <p:spPr>
          <a:xfrm flipH="1" flipV="1">
            <a:off x="3276265" y="3207370"/>
            <a:ext cx="1368418" cy="6824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105290" y="1048808"/>
            <a:ext cx="1170442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Hashtag</a:t>
            </a:r>
          </a:p>
        </p:txBody>
      </p:sp>
      <p:cxnSp>
        <p:nvCxnSpPr>
          <p:cNvPr id="21" name="Straight Arrow Connector 20"/>
          <p:cNvCxnSpPr>
            <a:cxnSpLocks/>
          </p:cNvCxnSpPr>
          <p:nvPr/>
        </p:nvCxnSpPr>
        <p:spPr>
          <a:xfrm>
            <a:off x="6266996" y="1265897"/>
            <a:ext cx="2648739" cy="3437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719121" y="4867912"/>
            <a:ext cx="2819735" cy="175432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US" dirty="0" err="1"/>
              <a:t>Nút</a:t>
            </a:r>
            <a:r>
              <a:rPr lang="en-US" dirty="0"/>
              <a:t> like, </a:t>
            </a:r>
            <a:r>
              <a:rPr lang="en-US" dirty="0" err="1"/>
              <a:t>bình</a:t>
            </a:r>
            <a:r>
              <a:rPr lang="en-US" dirty="0"/>
              <a:t> </a:t>
            </a:r>
            <a:r>
              <a:rPr lang="en-US" dirty="0" err="1"/>
              <a:t>luận</a:t>
            </a:r>
            <a:r>
              <a:rPr lang="en-US" dirty="0"/>
              <a:t>, chia </a:t>
            </a:r>
            <a:r>
              <a:rPr lang="en-US" dirty="0" err="1"/>
              <a:t>sẻ</a:t>
            </a:r>
            <a:r>
              <a:rPr lang="en-US" dirty="0"/>
              <a:t>, </a:t>
            </a:r>
            <a:r>
              <a:rPr lang="en-US" dirty="0" err="1"/>
              <a:t>lưu</a:t>
            </a:r>
            <a:r>
              <a:rPr lang="en-US" dirty="0"/>
              <a:t>.</a:t>
            </a:r>
          </a:p>
          <a:p>
            <a:pPr algn="just"/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Thanh 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cố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định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khi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lướt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b="1" dirty="0" err="1">
                <a:solidFill>
                  <a:srgbClr val="FF0000"/>
                </a:solidFill>
                <a:sym typeface="Wingdings" panose="05000000000000000000" pitchFamily="2" charset="2"/>
              </a:rPr>
              <a:t>xem</a:t>
            </a:r>
            <a:r>
              <a:rPr 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tin. 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Click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vào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bình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luận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sẽ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chuyển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đến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khung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bình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dirty="0" err="1">
                <a:solidFill>
                  <a:srgbClr val="FF0000"/>
                </a:solidFill>
                <a:sym typeface="Wingdings" panose="05000000000000000000" pitchFamily="2" charset="2"/>
              </a:rPr>
              <a:t>luận</a:t>
            </a:r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.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/>
          <p:cNvCxnSpPr>
            <a:cxnSpLocks/>
          </p:cNvCxnSpPr>
          <p:nvPr/>
        </p:nvCxnSpPr>
        <p:spPr>
          <a:xfrm flipV="1">
            <a:off x="7088376" y="5592103"/>
            <a:ext cx="1522224" cy="875126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806208" y="3812986"/>
            <a:ext cx="3167180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tràn</a:t>
            </a:r>
            <a:r>
              <a:rPr lang="en-US" dirty="0"/>
              <a:t> </a:t>
            </a:r>
            <a:r>
              <a:rPr lang="en-US" dirty="0" err="1"/>
              <a:t>màn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600x400 +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endParaRPr lang="en-US" dirty="0"/>
          </a:p>
        </p:txBody>
      </p:sp>
      <p:cxnSp>
        <p:nvCxnSpPr>
          <p:cNvPr id="33" name="Straight Arrow Connector 32"/>
          <p:cNvCxnSpPr>
            <a:cxnSpLocks/>
            <a:endCxn id="32" idx="1"/>
          </p:cNvCxnSpPr>
          <p:nvPr/>
        </p:nvCxnSpPr>
        <p:spPr>
          <a:xfrm flipV="1">
            <a:off x="7507625" y="4136152"/>
            <a:ext cx="1298583" cy="42733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93122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10</a:t>
            </a:fld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A2615AD-E5E5-4AB8-B142-3557FDCC5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00" y="0"/>
            <a:ext cx="3167180" cy="685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24697BB-28F6-4C09-AF34-E96131B307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2410" y="0"/>
            <a:ext cx="3167180" cy="68580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6E1281-8506-48DB-8FA5-4B4081C263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3120" y="0"/>
            <a:ext cx="31671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7242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43" y="231828"/>
            <a:ext cx="9590314" cy="63943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08368"/>
            <a:ext cx="12192000" cy="245183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COMMENT TIN TỨC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238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12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E42EA8-1C7F-4344-885F-6E5CD05955C4}"/>
              </a:ext>
            </a:extLst>
          </p:cNvPr>
          <p:cNvSpPr txBox="1"/>
          <p:nvPr/>
        </p:nvSpPr>
        <p:spPr>
          <a:xfrm>
            <a:off x="9240253" y="530127"/>
            <a:ext cx="2648486" cy="2308324"/>
          </a:xfrm>
          <a:prstGeom prst="rect">
            <a:avLst/>
          </a:prstGeom>
          <a:noFill/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en-US" dirty="0" err="1"/>
              <a:t>Hiển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comment </a:t>
            </a:r>
            <a:r>
              <a:rPr lang="en-US" dirty="0" err="1"/>
              <a:t>trên</a:t>
            </a:r>
            <a:r>
              <a:rPr lang="en-US" dirty="0"/>
              <a:t> app – Comment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Admin </a:t>
            </a:r>
            <a:r>
              <a:rPr lang="en-US" dirty="0" err="1"/>
              <a:t>duyệt</a:t>
            </a:r>
            <a:r>
              <a:rPr lang="en-US" dirty="0"/>
              <a:t>.</a:t>
            </a:r>
          </a:p>
          <a:p>
            <a:r>
              <a:rPr lang="en-US" b="1" dirty="0"/>
              <a:t>-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chức</a:t>
            </a:r>
            <a:r>
              <a:rPr lang="en-US" b="1" dirty="0"/>
              <a:t> </a:t>
            </a:r>
            <a:r>
              <a:rPr lang="en-US" b="1" dirty="0" err="1"/>
              <a:t>năng</a:t>
            </a:r>
            <a:r>
              <a:rPr lang="en-US" b="1" dirty="0"/>
              <a:t>:</a:t>
            </a:r>
          </a:p>
          <a:p>
            <a:r>
              <a:rPr lang="en-US" b="1" dirty="0"/>
              <a:t>+ Reply </a:t>
            </a:r>
            <a:r>
              <a:rPr lang="en-US" b="1" dirty="0" err="1"/>
              <a:t>cmt</a:t>
            </a:r>
            <a:endParaRPr lang="en-US" b="1" dirty="0"/>
          </a:p>
          <a:p>
            <a:r>
              <a:rPr lang="en-US" b="1" dirty="0"/>
              <a:t>+ Like </a:t>
            </a:r>
            <a:r>
              <a:rPr lang="en-US" b="1" dirty="0" err="1"/>
              <a:t>cmt</a:t>
            </a:r>
            <a:endParaRPr lang="en-US" b="1" dirty="0"/>
          </a:p>
          <a:p>
            <a:r>
              <a:rPr lang="en-US" b="1" dirty="0"/>
              <a:t>+ Edit </a:t>
            </a:r>
            <a:r>
              <a:rPr lang="en-US" b="1" dirty="0" err="1"/>
              <a:t>cmt</a:t>
            </a:r>
            <a:endParaRPr lang="en-US" b="1" dirty="0"/>
          </a:p>
          <a:p>
            <a:r>
              <a:rPr lang="en-US" b="1" dirty="0"/>
              <a:t>+ Delete </a:t>
            </a:r>
            <a:r>
              <a:rPr lang="en-US" b="1" dirty="0" err="1"/>
              <a:t>cmt</a:t>
            </a:r>
            <a:endParaRPr lang="en-US" b="1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2AF11C8-E0BD-48D4-BEBB-6D3DD46CA8B9}"/>
              </a:ext>
            </a:extLst>
          </p:cNvPr>
          <p:cNvGrpSpPr/>
          <p:nvPr/>
        </p:nvGrpSpPr>
        <p:grpSpPr>
          <a:xfrm>
            <a:off x="1366253" y="0"/>
            <a:ext cx="7061200" cy="6858000"/>
            <a:chOff x="1358900" y="0"/>
            <a:chExt cx="7061200" cy="685800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6B74257-7DA3-4231-9AAA-941E16E245A8}"/>
                </a:ext>
              </a:extLst>
            </p:cNvPr>
            <p:cNvGrpSpPr/>
            <p:nvPr/>
          </p:nvGrpSpPr>
          <p:grpSpPr>
            <a:xfrm>
              <a:off x="4976394" y="0"/>
              <a:ext cx="3443706" cy="6858000"/>
              <a:chOff x="4976394" y="0"/>
              <a:chExt cx="3443706" cy="685800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7F473D7E-EC72-4805-A104-00DD127FEE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110747" y="0"/>
                <a:ext cx="3164306" cy="6858000"/>
              </a:xfrm>
              <a:prstGeom prst="rect">
                <a:avLst/>
              </a:prstGeom>
            </p:spPr>
          </p:pic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686AB76-1EED-4C29-8C9A-9892D1B0C2A2}"/>
                  </a:ext>
                </a:extLst>
              </p:cNvPr>
              <p:cNvSpPr/>
              <p:nvPr/>
            </p:nvSpPr>
            <p:spPr>
              <a:xfrm>
                <a:off x="4976394" y="1155701"/>
                <a:ext cx="3443706" cy="3365500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FA1C25C-65EA-4172-837A-74CE6B1F51CB}"/>
                </a:ext>
              </a:extLst>
            </p:cNvPr>
            <p:cNvGrpSpPr/>
            <p:nvPr/>
          </p:nvGrpSpPr>
          <p:grpSpPr>
            <a:xfrm>
              <a:off x="1358900" y="0"/>
              <a:ext cx="3898900" cy="6858000"/>
              <a:chOff x="1358900" y="0"/>
              <a:chExt cx="3898900" cy="685800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48F68EB8-E788-46A6-A9C1-72421FE4AED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358900" y="0"/>
                <a:ext cx="3167180" cy="6858000"/>
              </a:xfrm>
              <a:prstGeom prst="rect">
                <a:avLst/>
              </a:prstGeom>
            </p:spPr>
          </p:pic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3831DDB5-0541-4DED-91B9-ED8ABF5BAB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93817" y="2997200"/>
                <a:ext cx="2563983" cy="3541712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9542907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843" y="231828"/>
            <a:ext cx="9590314" cy="63943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308368"/>
            <a:ext cx="12192000" cy="245183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solidFill>
                  <a:schemeClr val="accent6">
                    <a:lumMod val="75000"/>
                  </a:schemeClr>
                </a:solidFill>
              </a:rPr>
              <a:t>CHỨC NĂNG “LƯU TRỮ”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112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14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2A7C90-ABDC-44C7-9771-18D781B25A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515" y="0"/>
            <a:ext cx="316718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7A20F05-2642-46EA-A887-C762BF1CFC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970" y="0"/>
            <a:ext cx="316718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D83CC94-0F96-4A7F-8AD0-128DA47E0B49}"/>
              </a:ext>
            </a:extLst>
          </p:cNvPr>
          <p:cNvSpPr txBox="1"/>
          <p:nvPr/>
        </p:nvSpPr>
        <p:spPr>
          <a:xfrm>
            <a:off x="368800" y="218886"/>
            <a:ext cx="16505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</a:t>
            </a:r>
            <a:r>
              <a:rPr lang="vi-VN" dirty="0">
                <a:solidFill>
                  <a:schemeClr val="tx1"/>
                </a:solidFill>
              </a:rPr>
              <a:t>ư</a:t>
            </a:r>
            <a:r>
              <a:rPr lang="en-US" dirty="0">
                <a:solidFill>
                  <a:schemeClr val="tx1"/>
                </a:solidFill>
              </a:rPr>
              <a:t>u </a:t>
            </a:r>
            <a:r>
              <a:rPr lang="en-US" dirty="0" err="1">
                <a:solidFill>
                  <a:schemeClr val="tx1"/>
                </a:solidFill>
              </a:rPr>
              <a:t>bài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viết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5296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C044B2-DC25-410D-A8A2-B9DA0FDBE8DC}"/>
              </a:ext>
            </a:extLst>
          </p:cNvPr>
          <p:cNvSpPr txBox="1"/>
          <p:nvPr/>
        </p:nvSpPr>
        <p:spPr>
          <a:xfrm>
            <a:off x="368800" y="218886"/>
            <a:ext cx="1917200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Mục</a:t>
            </a:r>
            <a:r>
              <a:rPr lang="en-US" dirty="0">
                <a:solidFill>
                  <a:schemeClr val="tx1"/>
                </a:solidFill>
              </a:rPr>
              <a:t> l</a:t>
            </a:r>
            <a:r>
              <a:rPr lang="vi-VN" dirty="0">
                <a:solidFill>
                  <a:schemeClr val="tx1"/>
                </a:solidFill>
              </a:rPr>
              <a:t>ư</a:t>
            </a:r>
            <a:r>
              <a:rPr lang="en-US" dirty="0">
                <a:solidFill>
                  <a:schemeClr val="tx1"/>
                </a:solidFill>
              </a:rPr>
              <a:t>u </a:t>
            </a:r>
            <a:r>
              <a:rPr lang="en-US" dirty="0" err="1">
                <a:solidFill>
                  <a:schemeClr val="tx1"/>
                </a:solidFill>
              </a:rPr>
              <a:t>bài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viết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F2863B-2658-41BC-B531-E8C19FC2B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5401" y="0"/>
            <a:ext cx="316718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EF90B-3D6A-460A-AED5-343151163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181" y="0"/>
            <a:ext cx="3167180" cy="685800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69E7557-ED60-495C-BDC4-E09822360316}"/>
              </a:ext>
            </a:extLst>
          </p:cNvPr>
          <p:cNvCxnSpPr>
            <a:cxnSpLocks/>
          </p:cNvCxnSpPr>
          <p:nvPr/>
        </p:nvCxnSpPr>
        <p:spPr>
          <a:xfrm>
            <a:off x="5588476" y="1714500"/>
            <a:ext cx="1980724" cy="16764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0546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92CD0-F84F-49A5-828B-BA47C6EC232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19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1282</TotalTime>
  <Words>262</Words>
  <Application>Microsoft Office PowerPoint</Application>
  <PresentationFormat>Widescreen</PresentationFormat>
  <Paragraphs>55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Myriad Pro</vt:lpstr>
      <vt:lpstr>Office Theme</vt:lpstr>
      <vt:lpstr>THIẾT KẾ GIAO DIỆN TIN TỨC TRONG  HUB SIMILAC</vt:lpstr>
      <vt:lpstr>PowerPoint Presentation</vt:lpstr>
      <vt:lpstr>GIAO DIỆN  CÁC MÀN HÌNH TIN TỨC</vt:lpstr>
      <vt:lpstr>PowerPoint Presentation</vt:lpstr>
      <vt:lpstr>PowerPoint Presentation</vt:lpstr>
      <vt:lpstr>GIAO DIỆN KHI TÌM KIẾM BÀI VIẾT</vt:lpstr>
      <vt:lpstr>PowerPoint Presentation</vt:lpstr>
      <vt:lpstr>GIAO DIỆN WEBVIEW  HIỂN THỊ NỘI DUNG TIN TỨC</vt:lpstr>
      <vt:lpstr>PowerPoint Presentation</vt:lpstr>
      <vt:lpstr>PowerPoint Presentation</vt:lpstr>
      <vt:lpstr>COMMENT TIN TỨC</vt:lpstr>
      <vt:lpstr>PowerPoint Presentation</vt:lpstr>
      <vt:lpstr>CHỨC NĂNG “LƯU TRỮ”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GIAO DIỆN HUB TIN TỨC MỚI</dc:title>
  <dc:creator>MEDIHUB - MDCOM</dc:creator>
  <cp:lastModifiedBy> </cp:lastModifiedBy>
  <cp:revision>62</cp:revision>
  <dcterms:created xsi:type="dcterms:W3CDTF">2020-11-20T10:10:04Z</dcterms:created>
  <dcterms:modified xsi:type="dcterms:W3CDTF">2021-01-27T09:19:21Z</dcterms:modified>
</cp:coreProperties>
</file>