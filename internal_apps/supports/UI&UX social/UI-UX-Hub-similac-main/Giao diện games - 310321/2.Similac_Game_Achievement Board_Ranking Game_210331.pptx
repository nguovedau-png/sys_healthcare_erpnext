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59" r:id="rId5"/>
    <p:sldId id="261" r:id="rId6"/>
    <p:sldId id="262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7852" autoAdjust="0"/>
  </p:normalViewPr>
  <p:slideViewPr>
    <p:cSldViewPr snapToGrid="0" snapToObjects="1">
      <p:cViewPr>
        <p:scale>
          <a:sx n="50" d="100"/>
          <a:sy n="50" d="100"/>
        </p:scale>
        <p:origin x="1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ọc Đỗ" userId="a031efcd-4e27-43a7-bfeb-11d0bdba25fc" providerId="ADAL" clId="{DC609663-529E-4BD6-ABFC-606B5CEA32FA}"/>
    <pc:docChg chg="custSel addSld modSld">
      <pc:chgData name="Ngọc Đỗ" userId="a031efcd-4e27-43a7-bfeb-11d0bdba25fc" providerId="ADAL" clId="{DC609663-529E-4BD6-ABFC-606B5CEA32FA}" dt="2021-03-31T03:52:39.709" v="794" actId="20577"/>
      <pc:docMkLst>
        <pc:docMk/>
      </pc:docMkLst>
      <pc:sldChg chg="modSp mod">
        <pc:chgData name="Ngọc Đỗ" userId="a031efcd-4e27-43a7-bfeb-11d0bdba25fc" providerId="ADAL" clId="{DC609663-529E-4BD6-ABFC-606B5CEA32FA}" dt="2021-03-31T03:52:39.709" v="794" actId="20577"/>
        <pc:sldMkLst>
          <pc:docMk/>
          <pc:sldMk cId="3843956157" sldId="256"/>
        </pc:sldMkLst>
        <pc:spChg chg="mod">
          <ac:chgData name="Ngọc Đỗ" userId="a031efcd-4e27-43a7-bfeb-11d0bdba25fc" providerId="ADAL" clId="{DC609663-529E-4BD6-ABFC-606B5CEA32FA}" dt="2021-03-31T03:52:39.709" v="794" actId="20577"/>
          <ac:spMkLst>
            <pc:docMk/>
            <pc:sldMk cId="3843956157" sldId="256"/>
            <ac:spMk id="3" creationId="{F77B4212-34DA-7949-8FB7-22CD23CCB9D6}"/>
          </ac:spMkLst>
        </pc:spChg>
      </pc:sldChg>
      <pc:sldChg chg="addSp modSp mod">
        <pc:chgData name="Ngọc Đỗ" userId="a031efcd-4e27-43a7-bfeb-11d0bdba25fc" providerId="ADAL" clId="{DC609663-529E-4BD6-ABFC-606B5CEA32FA}" dt="2021-03-31T02:27:59.603" v="182" actId="20577"/>
        <pc:sldMkLst>
          <pc:docMk/>
          <pc:sldMk cId="2733865942" sldId="257"/>
        </pc:sldMkLst>
        <pc:spChg chg="mod">
          <ac:chgData name="Ngọc Đỗ" userId="a031efcd-4e27-43a7-bfeb-11d0bdba25fc" providerId="ADAL" clId="{DC609663-529E-4BD6-ABFC-606B5CEA32FA}" dt="2021-03-31T02:27:59.603" v="182" actId="20577"/>
          <ac:spMkLst>
            <pc:docMk/>
            <pc:sldMk cId="2733865942" sldId="257"/>
            <ac:spMk id="10" creationId="{F9E6F421-2013-4086-8C3B-EC54840D6F3F}"/>
          </ac:spMkLst>
        </pc:spChg>
        <pc:spChg chg="mod">
          <ac:chgData name="Ngọc Đỗ" userId="a031efcd-4e27-43a7-bfeb-11d0bdba25fc" providerId="ADAL" clId="{DC609663-529E-4BD6-ABFC-606B5CEA32FA}" dt="2021-03-31T02:25:26.958" v="157" actId="20577"/>
          <ac:spMkLst>
            <pc:docMk/>
            <pc:sldMk cId="2733865942" sldId="257"/>
            <ac:spMk id="35" creationId="{C43169A2-ACFE-40CA-AC62-9E3A5579841A}"/>
          </ac:spMkLst>
        </pc:spChg>
        <pc:grpChg chg="add mod">
          <ac:chgData name="Ngọc Đỗ" userId="a031efcd-4e27-43a7-bfeb-11d0bdba25fc" providerId="ADAL" clId="{DC609663-529E-4BD6-ABFC-606B5CEA32FA}" dt="2021-03-31T02:25:06.696" v="155" actId="164"/>
          <ac:grpSpMkLst>
            <pc:docMk/>
            <pc:sldMk cId="2733865942" sldId="257"/>
            <ac:grpSpMk id="7" creationId="{0760F198-794F-4AB7-8B90-BE1EFE5E71DF}"/>
          </ac:grpSpMkLst>
        </pc:grpChg>
        <pc:picChg chg="add mod">
          <ac:chgData name="Ngọc Đỗ" userId="a031efcd-4e27-43a7-bfeb-11d0bdba25fc" providerId="ADAL" clId="{DC609663-529E-4BD6-ABFC-606B5CEA32FA}" dt="2021-03-31T02:25:06.696" v="155" actId="164"/>
          <ac:picMkLst>
            <pc:docMk/>
            <pc:sldMk cId="2733865942" sldId="257"/>
            <ac:picMk id="5" creationId="{701F6CB0-9F23-4330-8C8D-08D1859A2CBE}"/>
          </ac:picMkLst>
        </pc:picChg>
        <pc:picChg chg="add mod">
          <ac:chgData name="Ngọc Đỗ" userId="a031efcd-4e27-43a7-bfeb-11d0bdba25fc" providerId="ADAL" clId="{DC609663-529E-4BD6-ABFC-606B5CEA32FA}" dt="2021-03-31T02:25:06.696" v="155" actId="164"/>
          <ac:picMkLst>
            <pc:docMk/>
            <pc:sldMk cId="2733865942" sldId="257"/>
            <ac:picMk id="27" creationId="{3D7042B6-1648-4E32-B735-A2C03096093C}"/>
          </ac:picMkLst>
        </pc:picChg>
      </pc:sldChg>
      <pc:sldChg chg="addSp modSp mod">
        <pc:chgData name="Ngọc Đỗ" userId="a031efcd-4e27-43a7-bfeb-11d0bdba25fc" providerId="ADAL" clId="{DC609663-529E-4BD6-ABFC-606B5CEA32FA}" dt="2021-03-31T03:50:47.918" v="708" actId="20577"/>
        <pc:sldMkLst>
          <pc:docMk/>
          <pc:sldMk cId="1843551658" sldId="259"/>
        </pc:sldMkLst>
        <pc:spChg chg="mod">
          <ac:chgData name="Ngọc Đỗ" userId="a031efcd-4e27-43a7-bfeb-11d0bdba25fc" providerId="ADAL" clId="{DC609663-529E-4BD6-ABFC-606B5CEA32FA}" dt="2021-03-31T03:44:37.972" v="279" actId="20577"/>
          <ac:spMkLst>
            <pc:docMk/>
            <pc:sldMk cId="1843551658" sldId="259"/>
            <ac:spMk id="9" creationId="{FECBB617-93E3-2B44-9021-12EABBD0C2AD}"/>
          </ac:spMkLst>
        </pc:spChg>
        <pc:spChg chg="mod">
          <ac:chgData name="Ngọc Đỗ" userId="a031efcd-4e27-43a7-bfeb-11d0bdba25fc" providerId="ADAL" clId="{DC609663-529E-4BD6-ABFC-606B5CEA32FA}" dt="2021-03-31T03:50:47.918" v="708" actId="20577"/>
          <ac:spMkLst>
            <pc:docMk/>
            <pc:sldMk cId="1843551658" sldId="259"/>
            <ac:spMk id="10" creationId="{F9E6F421-2013-4086-8C3B-EC54840D6F3F}"/>
          </ac:spMkLst>
        </pc:spChg>
        <pc:grpChg chg="add mod">
          <ac:chgData name="Ngọc Đỗ" userId="a031efcd-4e27-43a7-bfeb-11d0bdba25fc" providerId="ADAL" clId="{DC609663-529E-4BD6-ABFC-606B5CEA32FA}" dt="2021-03-31T02:42:54.775" v="258" actId="164"/>
          <ac:grpSpMkLst>
            <pc:docMk/>
            <pc:sldMk cId="1843551658" sldId="259"/>
            <ac:grpSpMk id="2" creationId="{9E40CFC6-1A66-4EBF-80ED-680B192A53EB}"/>
          </ac:grpSpMkLst>
        </pc:grpChg>
        <pc:grpChg chg="mod">
          <ac:chgData name="Ngọc Đỗ" userId="a031efcd-4e27-43a7-bfeb-11d0bdba25fc" providerId="ADAL" clId="{DC609663-529E-4BD6-ABFC-606B5CEA32FA}" dt="2021-03-31T02:42:54.775" v="258" actId="164"/>
          <ac:grpSpMkLst>
            <pc:docMk/>
            <pc:sldMk cId="1843551658" sldId="259"/>
            <ac:grpSpMk id="24" creationId="{C2F67650-185D-4C23-80D8-E9BFC18838C4}"/>
          </ac:grpSpMkLst>
        </pc:grpChg>
        <pc:picChg chg="mod">
          <ac:chgData name="Ngọc Đỗ" userId="a031efcd-4e27-43a7-bfeb-11d0bdba25fc" providerId="ADAL" clId="{DC609663-529E-4BD6-ABFC-606B5CEA32FA}" dt="2021-03-31T02:42:54.775" v="258" actId="164"/>
          <ac:picMkLst>
            <pc:docMk/>
            <pc:sldMk cId="1843551658" sldId="259"/>
            <ac:picMk id="22" creationId="{773B73C7-AF41-4A42-A5B3-0767B9326BAE}"/>
          </ac:picMkLst>
        </pc:picChg>
      </pc:sldChg>
      <pc:sldChg chg="modSp mod">
        <pc:chgData name="Ngọc Đỗ" userId="a031efcd-4e27-43a7-bfeb-11d0bdba25fc" providerId="ADAL" clId="{DC609663-529E-4BD6-ABFC-606B5CEA32FA}" dt="2021-03-31T03:52:17.580" v="792" actId="207"/>
        <pc:sldMkLst>
          <pc:docMk/>
          <pc:sldMk cId="1418435778" sldId="261"/>
        </pc:sldMkLst>
        <pc:spChg chg="mod">
          <ac:chgData name="Ngọc Đỗ" userId="a031efcd-4e27-43a7-bfeb-11d0bdba25fc" providerId="ADAL" clId="{DC609663-529E-4BD6-ABFC-606B5CEA32FA}" dt="2021-03-31T03:51:11.713" v="712" actId="2085"/>
          <ac:spMkLst>
            <pc:docMk/>
            <pc:sldMk cId="1418435778" sldId="261"/>
            <ac:spMk id="2" creationId="{437CFF51-8190-4476-B1B4-E7E55E832D24}"/>
          </ac:spMkLst>
        </pc:spChg>
        <pc:spChg chg="mod">
          <ac:chgData name="Ngọc Đỗ" userId="a031efcd-4e27-43a7-bfeb-11d0bdba25fc" providerId="ADAL" clId="{DC609663-529E-4BD6-ABFC-606B5CEA32FA}" dt="2021-03-31T03:52:17.580" v="792" actId="207"/>
          <ac:spMkLst>
            <pc:docMk/>
            <pc:sldMk cId="1418435778" sldId="261"/>
            <ac:spMk id="9" creationId="{FECBB617-93E3-2B44-9021-12EABBD0C2AD}"/>
          </ac:spMkLst>
        </pc:spChg>
        <pc:spChg chg="mod">
          <ac:chgData name="Ngọc Đỗ" userId="a031efcd-4e27-43a7-bfeb-11d0bdba25fc" providerId="ADAL" clId="{DC609663-529E-4BD6-ABFC-606B5CEA32FA}" dt="2021-03-31T03:50:54.571" v="710"/>
          <ac:spMkLst>
            <pc:docMk/>
            <pc:sldMk cId="1418435778" sldId="261"/>
            <ac:spMk id="10" creationId="{F9E6F421-2013-4086-8C3B-EC54840D6F3F}"/>
          </ac:spMkLst>
        </pc:spChg>
      </pc:sldChg>
      <pc:sldChg chg="addSp delSp modSp mod modNotesTx">
        <pc:chgData name="Ngọc Đỗ" userId="a031efcd-4e27-43a7-bfeb-11d0bdba25fc" providerId="ADAL" clId="{DC609663-529E-4BD6-ABFC-606B5CEA32FA}" dt="2021-03-31T03:50:32.074" v="694" actId="113"/>
        <pc:sldMkLst>
          <pc:docMk/>
          <pc:sldMk cId="767786407" sldId="262"/>
        </pc:sldMkLst>
        <pc:spChg chg="mod">
          <ac:chgData name="Ngọc Đỗ" userId="a031efcd-4e27-43a7-bfeb-11d0bdba25fc" providerId="ADAL" clId="{DC609663-529E-4BD6-ABFC-606B5CEA32FA}" dt="2021-03-31T03:46:54.339" v="438" actId="20577"/>
          <ac:spMkLst>
            <pc:docMk/>
            <pc:sldMk cId="767786407" sldId="262"/>
            <ac:spMk id="14" creationId="{AF7FE3D9-775C-4D2C-BF92-E0F612B69463}"/>
          </ac:spMkLst>
        </pc:spChg>
        <pc:picChg chg="add mod ord">
          <ac:chgData name="Ngọc Đỗ" userId="a031efcd-4e27-43a7-bfeb-11d0bdba25fc" providerId="ADAL" clId="{DC609663-529E-4BD6-ABFC-606B5CEA32FA}" dt="2021-03-31T03:49:11.265" v="444" actId="167"/>
          <ac:picMkLst>
            <pc:docMk/>
            <pc:sldMk cId="767786407" sldId="262"/>
            <ac:picMk id="3" creationId="{75388E9A-E684-4D6B-8818-1BF90CC1B8A4}"/>
          </ac:picMkLst>
        </pc:picChg>
        <pc:picChg chg="del">
          <ac:chgData name="Ngọc Đỗ" userId="a031efcd-4e27-43a7-bfeb-11d0bdba25fc" providerId="ADAL" clId="{DC609663-529E-4BD6-ABFC-606B5CEA32FA}" dt="2021-03-31T03:47:12.839" v="439" actId="478"/>
          <ac:picMkLst>
            <pc:docMk/>
            <pc:sldMk cId="767786407" sldId="262"/>
            <ac:picMk id="4" creationId="{88620587-CEB7-475C-BB3B-2EAFEB1E5C14}"/>
          </ac:picMkLst>
        </pc:picChg>
      </pc:sldChg>
      <pc:sldChg chg="addSp delSp modSp add mod">
        <pc:chgData name="Ngọc Đỗ" userId="a031efcd-4e27-43a7-bfeb-11d0bdba25fc" providerId="ADAL" clId="{DC609663-529E-4BD6-ABFC-606B5CEA32FA}" dt="2021-03-31T02:28:32.645" v="209" actId="20577"/>
        <pc:sldMkLst>
          <pc:docMk/>
          <pc:sldMk cId="2589966440" sldId="263"/>
        </pc:sldMkLst>
        <pc:spChg chg="mod">
          <ac:chgData name="Ngọc Đỗ" userId="a031efcd-4e27-43a7-bfeb-11d0bdba25fc" providerId="ADAL" clId="{DC609663-529E-4BD6-ABFC-606B5CEA32FA}" dt="2021-03-31T02:28:08.087" v="186" actId="20577"/>
          <ac:spMkLst>
            <pc:docMk/>
            <pc:sldMk cId="2589966440" sldId="263"/>
            <ac:spMk id="10" creationId="{F9E6F421-2013-4086-8C3B-EC54840D6F3F}"/>
          </ac:spMkLst>
        </pc:spChg>
        <pc:spChg chg="mod">
          <ac:chgData name="Ngọc Đỗ" userId="a031efcd-4e27-43a7-bfeb-11d0bdba25fc" providerId="ADAL" clId="{DC609663-529E-4BD6-ABFC-606B5CEA32FA}" dt="2021-03-31T02:26:18.155" v="162" actId="20577"/>
          <ac:spMkLst>
            <pc:docMk/>
            <pc:sldMk cId="2589966440" sldId="263"/>
            <ac:spMk id="35" creationId="{C43169A2-ACFE-40CA-AC62-9E3A5579841A}"/>
          </ac:spMkLst>
        </pc:spChg>
        <pc:spChg chg="mod">
          <ac:chgData name="Ngọc Đỗ" userId="a031efcd-4e27-43a7-bfeb-11d0bdba25fc" providerId="ADAL" clId="{DC609663-529E-4BD6-ABFC-606B5CEA32FA}" dt="2021-03-31T02:26:37.903" v="166" actId="14100"/>
          <ac:spMkLst>
            <pc:docMk/>
            <pc:sldMk cId="2589966440" sldId="263"/>
            <ac:spMk id="37" creationId="{8F50BEBA-B7E3-48F6-9E5D-417DAA3CC6AF}"/>
          </ac:spMkLst>
        </pc:spChg>
        <pc:spChg chg="mod">
          <ac:chgData name="Ngọc Đỗ" userId="a031efcd-4e27-43a7-bfeb-11d0bdba25fc" providerId="ADAL" clId="{DC609663-529E-4BD6-ABFC-606B5CEA32FA}" dt="2021-03-31T02:27:50.466" v="173" actId="14100"/>
          <ac:spMkLst>
            <pc:docMk/>
            <pc:sldMk cId="2589966440" sldId="263"/>
            <ac:spMk id="42" creationId="{AF8A7146-F1C8-4419-9095-ADB104D02DC7}"/>
          </ac:spMkLst>
        </pc:spChg>
        <pc:spChg chg="mod">
          <ac:chgData name="Ngọc Đỗ" userId="a031efcd-4e27-43a7-bfeb-11d0bdba25fc" providerId="ADAL" clId="{DC609663-529E-4BD6-ABFC-606B5CEA32FA}" dt="2021-03-31T02:27:50.466" v="173" actId="14100"/>
          <ac:spMkLst>
            <pc:docMk/>
            <pc:sldMk cId="2589966440" sldId="263"/>
            <ac:spMk id="43" creationId="{F666BA91-62A8-427C-9EFB-8DCEE50AF475}"/>
          </ac:spMkLst>
        </pc:spChg>
        <pc:spChg chg="mod">
          <ac:chgData name="Ngọc Đỗ" userId="a031efcd-4e27-43a7-bfeb-11d0bdba25fc" providerId="ADAL" clId="{DC609663-529E-4BD6-ABFC-606B5CEA32FA}" dt="2021-03-31T02:27:50.466" v="173" actId="14100"/>
          <ac:spMkLst>
            <pc:docMk/>
            <pc:sldMk cId="2589966440" sldId="263"/>
            <ac:spMk id="46" creationId="{E70A45A6-B64C-43CE-9D7C-06AB89F22C9A}"/>
          </ac:spMkLst>
        </pc:spChg>
        <pc:spChg chg="mod">
          <ac:chgData name="Ngọc Đỗ" userId="a031efcd-4e27-43a7-bfeb-11d0bdba25fc" providerId="ADAL" clId="{DC609663-529E-4BD6-ABFC-606B5CEA32FA}" dt="2021-03-31T02:28:32.645" v="209" actId="20577"/>
          <ac:spMkLst>
            <pc:docMk/>
            <pc:sldMk cId="2589966440" sldId="263"/>
            <ac:spMk id="48" creationId="{EDE184B4-D7A4-4934-BC64-234127FB3A3B}"/>
          </ac:spMkLst>
        </pc:spChg>
        <pc:grpChg chg="del">
          <ac:chgData name="Ngọc Đỗ" userId="a031efcd-4e27-43a7-bfeb-11d0bdba25fc" providerId="ADAL" clId="{DC609663-529E-4BD6-ABFC-606B5CEA32FA}" dt="2021-03-31T02:26:10.999" v="160" actId="478"/>
          <ac:grpSpMkLst>
            <pc:docMk/>
            <pc:sldMk cId="2589966440" sldId="263"/>
            <ac:grpSpMk id="7" creationId="{0760F198-794F-4AB7-8B90-BE1EFE5E71DF}"/>
          </ac:grpSpMkLst>
        </pc:grpChg>
        <pc:grpChg chg="add del mod">
          <ac:chgData name="Ngọc Đỗ" userId="a031efcd-4e27-43a7-bfeb-11d0bdba25fc" providerId="ADAL" clId="{DC609663-529E-4BD6-ABFC-606B5CEA32FA}" dt="2021-03-31T02:27:01.163" v="167" actId="478"/>
          <ac:grpSpMkLst>
            <pc:docMk/>
            <pc:sldMk cId="2589966440" sldId="263"/>
            <ac:grpSpMk id="32" creationId="{27633198-D051-4CFD-9ED6-79A602AA333E}"/>
          </ac:grpSpMkLst>
        </pc:grpChg>
        <pc:grpChg chg="add mod">
          <ac:chgData name="Ngọc Đỗ" userId="a031efcd-4e27-43a7-bfeb-11d0bdba25fc" providerId="ADAL" clId="{DC609663-529E-4BD6-ABFC-606B5CEA32FA}" dt="2021-03-31T02:27:50.466" v="173" actId="14100"/>
          <ac:grpSpMkLst>
            <pc:docMk/>
            <pc:sldMk cId="2589966440" sldId="263"/>
            <ac:grpSpMk id="40" creationId="{C1444EEB-B24C-48E7-A1E8-AABAAAD4669C}"/>
          </ac:grpSpMkLst>
        </pc:grpChg>
        <pc:grpChg chg="mod">
          <ac:chgData name="Ngọc Đỗ" userId="a031efcd-4e27-43a7-bfeb-11d0bdba25fc" providerId="ADAL" clId="{DC609663-529E-4BD6-ABFC-606B5CEA32FA}" dt="2021-03-31T02:27:50.466" v="173" actId="14100"/>
          <ac:grpSpMkLst>
            <pc:docMk/>
            <pc:sldMk cId="2589966440" sldId="263"/>
            <ac:grpSpMk id="41" creationId="{FF7130F9-BA48-44FF-96AF-F95CE5D5AE77}"/>
          </ac:grpSpMkLst>
        </pc:grpChg>
        <pc:picChg chg="mod">
          <ac:chgData name="Ngọc Đỗ" userId="a031efcd-4e27-43a7-bfeb-11d0bdba25fc" providerId="ADAL" clId="{DC609663-529E-4BD6-ABFC-606B5CEA32FA}" dt="2021-03-31T02:26:09.215" v="159" actId="1076"/>
          <ac:picMkLst>
            <pc:docMk/>
            <pc:sldMk cId="2589966440" sldId="263"/>
            <ac:picMk id="26" creationId="{EBFF97EA-2E47-48D1-AE9F-B2E3339BB99B}"/>
          </ac:picMkLst>
        </pc:picChg>
        <pc:picChg chg="mod">
          <ac:chgData name="Ngọc Đỗ" userId="a031efcd-4e27-43a7-bfeb-11d0bdba25fc" providerId="ADAL" clId="{DC609663-529E-4BD6-ABFC-606B5CEA32FA}" dt="2021-03-31T02:26:37.903" v="166" actId="14100"/>
          <ac:picMkLst>
            <pc:docMk/>
            <pc:sldMk cId="2589966440" sldId="263"/>
            <ac:picMk id="33" creationId="{3776C208-33F8-46DB-9381-97D11FFDB47E}"/>
          </ac:picMkLst>
        </pc:picChg>
        <pc:picChg chg="mod">
          <ac:chgData name="Ngọc Đỗ" userId="a031efcd-4e27-43a7-bfeb-11d0bdba25fc" providerId="ADAL" clId="{DC609663-529E-4BD6-ABFC-606B5CEA32FA}" dt="2021-03-31T02:27:50.466" v="173" actId="14100"/>
          <ac:picMkLst>
            <pc:docMk/>
            <pc:sldMk cId="2589966440" sldId="263"/>
            <ac:picMk id="44" creationId="{68CDA37E-0E90-4709-A3E9-4414C523C96B}"/>
          </ac:picMkLst>
        </pc:picChg>
        <pc:picChg chg="mod">
          <ac:chgData name="Ngọc Đỗ" userId="a031efcd-4e27-43a7-bfeb-11d0bdba25fc" providerId="ADAL" clId="{DC609663-529E-4BD6-ABFC-606B5CEA32FA}" dt="2021-03-31T02:27:50.466" v="173" actId="14100"/>
          <ac:picMkLst>
            <pc:docMk/>
            <pc:sldMk cId="2589966440" sldId="263"/>
            <ac:picMk id="45" creationId="{7003F4B1-D281-4224-B0D6-A33DE620DA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2EFFD1F-275D-40AC-AFA9-7F0901A37E70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9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A9357AC-3F87-474E-8940-49476C104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6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01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99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58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30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Propose: </a:t>
            </a:r>
            <a:r>
              <a:rPr lang="en-US"/>
              <a:t>Rule đạt điểm top 10 game thiết kế chung với pop-up hình ảnh khi click vào banner 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7DA1-B402-C645-ADAE-F5D8FC311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98B9A-8AE0-354A-9B6A-6B03E0FED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3D7F1-81D2-1141-9050-1112AAB1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A1B75-8B2E-4140-AD07-5FF2238A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A37FE-EEC5-3B45-8B46-6745AB71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2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45D5-E89E-494B-B038-CED89BA9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DD7D-60CD-9748-BD48-E202701BA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EAA5-38DD-5A43-87C4-29482633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B6540-7D3F-6B44-84E1-A09E83EB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C6535-5403-7B4A-8F7E-86659FDB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5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5612-DC2C-4640-BF6C-1D19113B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6BA79-B390-264A-9C24-CCD10C456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2A484-33B9-044B-AA6D-FC49B643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C8C70-0F0D-E249-BBE7-546A576B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2549-5637-D443-AFAF-0B5D73DA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F58F-E948-6A42-B1C1-11745E22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20FDE-B0C8-514E-8274-D569E89A5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914FF-7D80-A148-8082-FA957132D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8BA88-E75E-4A46-9D4C-805225BD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9650C-B924-444F-9F01-E9B019B9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BA84C-2400-B847-94CF-803E5159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D136-742C-A64E-A9F6-1483117E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3F71-5A40-9945-9FBA-5D7CAF780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FF956-DC06-4B48-A812-B7DD9A163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688E5-7130-924F-AB95-0DED81DA4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5ED41-B0F7-784F-8744-6EC2287C8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6E237-75DD-7048-A5C2-2EEF865F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D8B86-CC11-F549-AB19-0DD214EB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3467E-58E3-324F-8B91-F9A3C47A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8F4B-FFF8-784C-8C06-DAEB8742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C8911-95D7-C94D-962C-8377516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699DB-BFC7-E349-921C-ACC53384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56723-5A33-6C40-A58A-CE13396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1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20EBA-A265-014B-8891-EF8DAA34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46509-3E23-F745-AEAD-5480E9AD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3DD70-1C15-3344-BDE2-203DFAD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5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4E2A-FEC0-8744-8C42-6AF2E004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10B9-3B3C-6744-AAE6-A229F7BF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B615A-C719-F442-80D5-E90C2A6DB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FB9EB-FCAE-7248-BF1E-14718FB0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0C6DC-BB24-994A-92D0-53C03F32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27720-DD15-9C47-A26C-D78FC9FE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5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FB81-0997-FD44-8C20-D30D12FC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D0113-0888-EF4E-8BA5-B9173748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CF39C-EBA7-E241-8C7F-09471ABB1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BBDCE-1196-E54B-B300-25DCA496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1A305-3305-474E-B11D-59E332DE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39240-7975-B04B-848A-EEF7B914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8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D857-3C11-D244-A294-EEAA13CA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1ED66-A833-9F47-A8B7-E7A838AAC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4EB31-1C35-034F-9131-6BFA5E99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8CD9E-18F2-CF47-B041-C2FE963F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5D19-93AF-9642-BC39-0AAD9EC3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1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81E0E-711C-7F46-823A-395A7CFA7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A3AAE-AEC4-E04F-AC9B-581306BA5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E7F8-1A68-6442-B140-62876EBD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89189-26FC-A241-BBBB-AE19C081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EB252-B37C-AA4C-A2D0-6EF8178F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7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30397-816D-1640-9854-F8640A8E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052DC-9CD6-7E45-998E-2177CC8A0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5DE3-7737-8E4D-9F9D-59966F1E9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EE953-32C2-454D-AA68-43234310E5B6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BC26-82B6-C642-8262-81D360973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38082-5509-4D41-A04B-5C7DF0786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8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5D16-E5E5-804D-B070-78FBD0BF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163"/>
            <a:ext cx="9144000" cy="2387600"/>
          </a:xfrm>
        </p:spPr>
        <p:txBody>
          <a:bodyPr>
            <a:normAutofit/>
          </a:bodyPr>
          <a:lstStyle/>
          <a:p>
            <a:r>
              <a:rPr lang="en-US" b="1"/>
              <a:t>ACHIEVEMENT BOARD RANKING GAME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B4212-34DA-7949-8FB7-22CD23CCB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838"/>
            <a:ext cx="9144000" cy="1655762"/>
          </a:xfrm>
        </p:spPr>
        <p:txBody>
          <a:bodyPr/>
          <a:lstStyle/>
          <a:p>
            <a:r>
              <a:rPr lang="en-US"/>
              <a:t>Updated 31/03/2021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86" y="120250"/>
            <a:ext cx="10515600" cy="887251"/>
          </a:xfrm>
        </p:spPr>
        <p:txBody>
          <a:bodyPr/>
          <a:lstStyle/>
          <a:p>
            <a:r>
              <a:rPr lang="en-US" b="1"/>
              <a:t>Flow UI Thử thách thông thái (Game 1)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9310B-9D62-4E4C-83BF-EE6B7FD84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158392"/>
            <a:ext cx="2089890" cy="4352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A5841C-7EA3-4536-B739-15054A165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44" y="4918742"/>
            <a:ext cx="743085" cy="743085"/>
          </a:xfrm>
          <a:prstGeom prst="rect">
            <a:avLst/>
          </a:prstGeom>
        </p:spPr>
      </p:pic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C9DF9EA7-7FBE-4DF0-8579-057B5A6F1C2B}"/>
              </a:ext>
            </a:extLst>
          </p:cNvPr>
          <p:cNvSpPr/>
          <p:nvPr/>
        </p:nvSpPr>
        <p:spPr>
          <a:xfrm>
            <a:off x="2784774" y="3094249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648051-749A-434A-A4FA-3BBE1C0B2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63" y="1158392"/>
            <a:ext cx="2089890" cy="43525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FF97EA-2E47-48D1-AE9F-B2E3339BB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597" y="2831994"/>
            <a:ext cx="743085" cy="7430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1EB682D-6DC9-4DB6-B4F0-9B00A992C8DF}"/>
              </a:ext>
            </a:extLst>
          </p:cNvPr>
          <p:cNvSpPr/>
          <p:nvPr/>
        </p:nvSpPr>
        <p:spPr>
          <a:xfrm>
            <a:off x="9766489" y="1158392"/>
            <a:ext cx="2089890" cy="43525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Giao diện </a:t>
            </a:r>
          </a:p>
          <a:p>
            <a:pPr algn="ctr"/>
            <a:r>
              <a:rPr lang="en-US" b="1"/>
              <a:t>chơi game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B435C-0737-42EF-A115-B634FB66032B}"/>
              </a:ext>
            </a:extLst>
          </p:cNvPr>
          <p:cNvSpPr txBox="1"/>
          <p:nvPr/>
        </p:nvSpPr>
        <p:spPr>
          <a:xfrm>
            <a:off x="408586" y="5814420"/>
            <a:ext cx="1852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(1) Màn hình trang chủ Hub “Hộ sinh tài trí”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DD611-5984-4FDC-BFA7-882C23ADFC4B}"/>
              </a:ext>
            </a:extLst>
          </p:cNvPr>
          <p:cNvSpPr txBox="1"/>
          <p:nvPr/>
        </p:nvSpPr>
        <p:spPr>
          <a:xfrm>
            <a:off x="3583139" y="581442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(2) Màn hình danh sách game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18D39-E461-4B99-ADF7-6CC10B7AE49E}"/>
              </a:ext>
            </a:extLst>
          </p:cNvPr>
          <p:cNvSpPr txBox="1"/>
          <p:nvPr/>
        </p:nvSpPr>
        <p:spPr>
          <a:xfrm>
            <a:off x="6720687" y="579954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(3) Màn hình bảng xếp hạng game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3169A2-ACFE-40CA-AC62-9E3A5579841A}"/>
              </a:ext>
            </a:extLst>
          </p:cNvPr>
          <p:cNvSpPr txBox="1"/>
          <p:nvPr/>
        </p:nvSpPr>
        <p:spPr>
          <a:xfrm>
            <a:off x="9856494" y="582058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(4) Màn hình chơi game 1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09FFA35F-85FF-414D-A1A9-B13703454231}"/>
              </a:ext>
            </a:extLst>
          </p:cNvPr>
          <p:cNvSpPr/>
          <p:nvPr/>
        </p:nvSpPr>
        <p:spPr>
          <a:xfrm>
            <a:off x="5932049" y="3114213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552B7DCB-B5A9-4A97-A3A9-DBE9CD47BAC0}"/>
              </a:ext>
            </a:extLst>
          </p:cNvPr>
          <p:cNvSpPr/>
          <p:nvPr/>
        </p:nvSpPr>
        <p:spPr>
          <a:xfrm>
            <a:off x="9084100" y="3073400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8879BB-73E6-43D5-9B5D-B72692AA039F}"/>
              </a:ext>
            </a:extLst>
          </p:cNvPr>
          <p:cNvGrpSpPr/>
          <p:nvPr/>
        </p:nvGrpSpPr>
        <p:grpSpPr>
          <a:xfrm>
            <a:off x="6616826" y="1158392"/>
            <a:ext cx="2312568" cy="4352544"/>
            <a:chOff x="6616826" y="1158392"/>
            <a:chExt cx="2312568" cy="435254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C7801F7-7B75-491F-AC3E-8FBC1437961C}"/>
                </a:ext>
              </a:extLst>
            </p:cNvPr>
            <p:cNvGrpSpPr/>
            <p:nvPr/>
          </p:nvGrpSpPr>
          <p:grpSpPr>
            <a:xfrm>
              <a:off x="6616826" y="1158392"/>
              <a:ext cx="2312568" cy="4352544"/>
              <a:chOff x="6616826" y="1158392"/>
              <a:chExt cx="2312568" cy="4352544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3853E2D6-DF8F-4F47-8816-3D91F131D488}"/>
                  </a:ext>
                </a:extLst>
              </p:cNvPr>
              <p:cNvGrpSpPr/>
              <p:nvPr/>
            </p:nvGrpSpPr>
            <p:grpSpPr>
              <a:xfrm>
                <a:off x="6616826" y="1158392"/>
                <a:ext cx="2089890" cy="4352544"/>
                <a:chOff x="6616826" y="1158392"/>
                <a:chExt cx="2089890" cy="4352544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C168082-39B5-4C88-B4F1-406211A0669F}"/>
                    </a:ext>
                  </a:extLst>
                </p:cNvPr>
                <p:cNvSpPr/>
                <p:nvPr/>
              </p:nvSpPr>
              <p:spPr>
                <a:xfrm>
                  <a:off x="6616826" y="1158392"/>
                  <a:ext cx="2089890" cy="435254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Bảng xếp hạng tháng 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51436828-31E1-49BA-8936-A88FC17FB34A}"/>
                    </a:ext>
                  </a:extLst>
                </p:cNvPr>
                <p:cNvSpPr/>
                <p:nvPr/>
              </p:nvSpPr>
              <p:spPr>
                <a:xfrm>
                  <a:off x="6738644" y="2969706"/>
                  <a:ext cx="1816100" cy="240552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/>
                    <a:t>Bảng xếp hạng game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14EED3F-C7CB-4750-A9A4-E7CDD890B939}"/>
                    </a:ext>
                  </a:extLst>
                </p:cNvPr>
                <p:cNvSpPr/>
                <p:nvPr/>
              </p:nvSpPr>
              <p:spPr>
                <a:xfrm>
                  <a:off x="7113294" y="2580267"/>
                  <a:ext cx="1066800" cy="279400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/>
                    <a:t>Play Game</a:t>
                  </a:r>
                </a:p>
              </p:txBody>
            </p:sp>
            <p:pic>
              <p:nvPicPr>
                <p:cNvPr id="20" name="Graphic 19">
                  <a:extLst>
                    <a:ext uri="{FF2B5EF4-FFF2-40B4-BE49-F238E27FC236}">
                      <a16:creationId xmlns:a16="http://schemas.microsoft.com/office/drawing/2014/main" id="{3A209E79-56A6-4031-994B-1BFEC0C3A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20688" y="1716447"/>
                  <a:ext cx="720558" cy="279400"/>
                </a:xfrm>
                <a:prstGeom prst="rect">
                  <a:avLst/>
                </a:prstGeom>
              </p:spPr>
            </p:pic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EC7098-4BB3-4F96-A2CD-A228268DE64E}"/>
                  </a:ext>
                </a:extLst>
              </p:cNvPr>
              <p:cNvSpPr txBox="1"/>
              <p:nvPr/>
            </p:nvSpPr>
            <p:spPr>
              <a:xfrm>
                <a:off x="7670800" y="1749731"/>
                <a:ext cx="1035916" cy="2308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b="1"/>
                  <a:t>BXH tháng 04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DE184B4-D7A4-4934-BC64-234127FB3A3B}"/>
                  </a:ext>
                </a:extLst>
              </p:cNvPr>
              <p:cNvSpPr txBox="1"/>
              <p:nvPr/>
            </p:nvSpPr>
            <p:spPr>
              <a:xfrm>
                <a:off x="6616826" y="1168225"/>
                <a:ext cx="231256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>
                    <a:solidFill>
                      <a:schemeClr val="bg1"/>
                    </a:solidFill>
                  </a:rPr>
                  <a:t>GAME 1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PHÂN LOẠI DƯỠNG CHẤT</a:t>
                </a:r>
              </a:p>
            </p:txBody>
          </p:sp>
        </p:grp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2A99FED-331E-4209-BF0A-B37F5EDE5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7426" y="2435730"/>
              <a:ext cx="743085" cy="74308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6923AF8-90A6-4524-9B24-258015C83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63835" y="2000400"/>
              <a:ext cx="1365717" cy="519943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60F198-794F-4AB7-8B90-BE1EFE5E71DF}"/>
              </a:ext>
            </a:extLst>
          </p:cNvPr>
          <p:cNvGrpSpPr/>
          <p:nvPr/>
        </p:nvGrpSpPr>
        <p:grpSpPr>
          <a:xfrm>
            <a:off x="9766489" y="1153077"/>
            <a:ext cx="2089890" cy="4357859"/>
            <a:chOff x="9766489" y="1153077"/>
            <a:chExt cx="2089890" cy="4357859"/>
          </a:xfrm>
        </p:grpSpPr>
        <p:pic>
          <p:nvPicPr>
            <p:cNvPr id="27" name="Picture 2" descr="https://b.f2.photo.talk.zdn.vn/3825137163988448004/d576e2524457b909e046.jpg">
              <a:extLst>
                <a:ext uri="{FF2B5EF4-FFF2-40B4-BE49-F238E27FC236}">
                  <a16:creationId xmlns:a16="http://schemas.microsoft.com/office/drawing/2014/main" id="{3D7042B6-1648-4E32-B735-A2C030960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6489" y="1153077"/>
              <a:ext cx="2089890" cy="4357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1F6CB0-9F23-4330-8C8D-08D1859A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64241" y="4283711"/>
              <a:ext cx="518160" cy="7073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386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86" y="120250"/>
            <a:ext cx="10515600" cy="887251"/>
          </a:xfrm>
        </p:spPr>
        <p:txBody>
          <a:bodyPr/>
          <a:lstStyle/>
          <a:p>
            <a:r>
              <a:rPr lang="en-US" b="1"/>
              <a:t>Flow UI Thử thách thông thái (Game 2)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9310B-9D62-4E4C-83BF-EE6B7FD84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1158392"/>
            <a:ext cx="2089890" cy="4352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A5841C-7EA3-4536-B739-15054A165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44" y="4918742"/>
            <a:ext cx="743085" cy="743085"/>
          </a:xfrm>
          <a:prstGeom prst="rect">
            <a:avLst/>
          </a:prstGeom>
        </p:spPr>
      </p:pic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C9DF9EA7-7FBE-4DF0-8579-057B5A6F1C2B}"/>
              </a:ext>
            </a:extLst>
          </p:cNvPr>
          <p:cNvSpPr/>
          <p:nvPr/>
        </p:nvSpPr>
        <p:spPr>
          <a:xfrm>
            <a:off x="2784774" y="3094249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648051-749A-434A-A4FA-3BBE1C0B2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63" y="1158392"/>
            <a:ext cx="2089890" cy="43525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FF97EA-2E47-48D1-AE9F-B2E3339BB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218" y="3800927"/>
            <a:ext cx="743085" cy="7430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1EB682D-6DC9-4DB6-B4F0-9B00A992C8DF}"/>
              </a:ext>
            </a:extLst>
          </p:cNvPr>
          <p:cNvSpPr/>
          <p:nvPr/>
        </p:nvSpPr>
        <p:spPr>
          <a:xfrm>
            <a:off x="9766489" y="1158392"/>
            <a:ext cx="2089890" cy="43525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Giao diện </a:t>
            </a:r>
          </a:p>
          <a:p>
            <a:pPr algn="ctr"/>
            <a:r>
              <a:rPr lang="en-US" b="1"/>
              <a:t>chơi game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B435C-0737-42EF-A115-B634FB66032B}"/>
              </a:ext>
            </a:extLst>
          </p:cNvPr>
          <p:cNvSpPr txBox="1"/>
          <p:nvPr/>
        </p:nvSpPr>
        <p:spPr>
          <a:xfrm>
            <a:off x="408586" y="5814420"/>
            <a:ext cx="1852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(1) Màn hình trang chủ Hub “Hộ sinh tài trí”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DD611-5984-4FDC-BFA7-882C23ADFC4B}"/>
              </a:ext>
            </a:extLst>
          </p:cNvPr>
          <p:cNvSpPr txBox="1"/>
          <p:nvPr/>
        </p:nvSpPr>
        <p:spPr>
          <a:xfrm>
            <a:off x="3583139" y="581442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(2) Màn hình danh sách game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18D39-E461-4B99-ADF7-6CC10B7AE49E}"/>
              </a:ext>
            </a:extLst>
          </p:cNvPr>
          <p:cNvSpPr txBox="1"/>
          <p:nvPr/>
        </p:nvSpPr>
        <p:spPr>
          <a:xfrm>
            <a:off x="6720687" y="579954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(3) Màn hình bảng xếp hạng game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3169A2-ACFE-40CA-AC62-9E3A5579841A}"/>
              </a:ext>
            </a:extLst>
          </p:cNvPr>
          <p:cNvSpPr txBox="1"/>
          <p:nvPr/>
        </p:nvSpPr>
        <p:spPr>
          <a:xfrm>
            <a:off x="9856494" y="5820580"/>
            <a:ext cx="185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(4) Màn hình chơi game 2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09FFA35F-85FF-414D-A1A9-B13703454231}"/>
              </a:ext>
            </a:extLst>
          </p:cNvPr>
          <p:cNvSpPr/>
          <p:nvPr/>
        </p:nvSpPr>
        <p:spPr>
          <a:xfrm>
            <a:off x="5932049" y="3114213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552B7DCB-B5A9-4A97-A3A9-DBE9CD47BAC0}"/>
              </a:ext>
            </a:extLst>
          </p:cNvPr>
          <p:cNvSpPr/>
          <p:nvPr/>
        </p:nvSpPr>
        <p:spPr>
          <a:xfrm>
            <a:off x="9084100" y="3073400"/>
            <a:ext cx="305005" cy="480830"/>
          </a:xfrm>
          <a:prstGeom prst="chevron">
            <a:avLst>
              <a:gd name="adj" fmla="val 50000"/>
            </a:avLst>
          </a:prstGeom>
          <a:blipFill>
            <a:blip r:embed="rId5"/>
            <a:tile tx="0" ty="0" sx="100000" sy="100000" flip="none" algn="tl"/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8879BB-73E6-43D5-9B5D-B72692AA039F}"/>
              </a:ext>
            </a:extLst>
          </p:cNvPr>
          <p:cNvGrpSpPr/>
          <p:nvPr/>
        </p:nvGrpSpPr>
        <p:grpSpPr>
          <a:xfrm>
            <a:off x="6616826" y="1158392"/>
            <a:ext cx="2312568" cy="4352544"/>
            <a:chOff x="6616826" y="1158392"/>
            <a:chExt cx="2312568" cy="435254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C7801F7-7B75-491F-AC3E-8FBC1437961C}"/>
                </a:ext>
              </a:extLst>
            </p:cNvPr>
            <p:cNvGrpSpPr/>
            <p:nvPr/>
          </p:nvGrpSpPr>
          <p:grpSpPr>
            <a:xfrm>
              <a:off x="6616826" y="1158392"/>
              <a:ext cx="2312568" cy="4352544"/>
              <a:chOff x="6616826" y="1158392"/>
              <a:chExt cx="2312568" cy="4352544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3853E2D6-DF8F-4F47-8816-3D91F131D488}"/>
                  </a:ext>
                </a:extLst>
              </p:cNvPr>
              <p:cNvGrpSpPr/>
              <p:nvPr/>
            </p:nvGrpSpPr>
            <p:grpSpPr>
              <a:xfrm>
                <a:off x="6616826" y="1158392"/>
                <a:ext cx="2089890" cy="4352544"/>
                <a:chOff x="6616826" y="1158392"/>
                <a:chExt cx="2089890" cy="4352544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C168082-39B5-4C88-B4F1-406211A0669F}"/>
                    </a:ext>
                  </a:extLst>
                </p:cNvPr>
                <p:cNvSpPr/>
                <p:nvPr/>
              </p:nvSpPr>
              <p:spPr>
                <a:xfrm>
                  <a:off x="6616826" y="1158392"/>
                  <a:ext cx="2089890" cy="435254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Bảng xếp hạng tháng 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51436828-31E1-49BA-8936-A88FC17FB34A}"/>
                    </a:ext>
                  </a:extLst>
                </p:cNvPr>
                <p:cNvSpPr/>
                <p:nvPr/>
              </p:nvSpPr>
              <p:spPr>
                <a:xfrm>
                  <a:off x="6738644" y="2969706"/>
                  <a:ext cx="1816100" cy="240552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/>
                    <a:t>Bảng xếp hạng game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14EED3F-C7CB-4750-A9A4-E7CDD890B939}"/>
                    </a:ext>
                  </a:extLst>
                </p:cNvPr>
                <p:cNvSpPr/>
                <p:nvPr/>
              </p:nvSpPr>
              <p:spPr>
                <a:xfrm>
                  <a:off x="7113294" y="2580267"/>
                  <a:ext cx="1066800" cy="279400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/>
                    <a:t>Play Game</a:t>
                  </a:r>
                </a:p>
              </p:txBody>
            </p:sp>
            <p:pic>
              <p:nvPicPr>
                <p:cNvPr id="20" name="Graphic 19">
                  <a:extLst>
                    <a:ext uri="{FF2B5EF4-FFF2-40B4-BE49-F238E27FC236}">
                      <a16:creationId xmlns:a16="http://schemas.microsoft.com/office/drawing/2014/main" id="{3A209E79-56A6-4031-994B-1BFEC0C3A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20688" y="1716447"/>
                  <a:ext cx="720558" cy="279400"/>
                </a:xfrm>
                <a:prstGeom prst="rect">
                  <a:avLst/>
                </a:prstGeom>
              </p:spPr>
            </p:pic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EC7098-4BB3-4F96-A2CD-A228268DE64E}"/>
                  </a:ext>
                </a:extLst>
              </p:cNvPr>
              <p:cNvSpPr txBox="1"/>
              <p:nvPr/>
            </p:nvSpPr>
            <p:spPr>
              <a:xfrm>
                <a:off x="7670800" y="1749731"/>
                <a:ext cx="1035916" cy="2308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b="1"/>
                  <a:t>BXH tháng 04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DE184B4-D7A4-4934-BC64-234127FB3A3B}"/>
                  </a:ext>
                </a:extLst>
              </p:cNvPr>
              <p:cNvSpPr txBox="1"/>
              <p:nvPr/>
            </p:nvSpPr>
            <p:spPr>
              <a:xfrm>
                <a:off x="6616826" y="1168225"/>
                <a:ext cx="231256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>
                    <a:solidFill>
                      <a:schemeClr val="bg1"/>
                    </a:solidFill>
                  </a:rPr>
                  <a:t>GAME 2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BỘ BA DƯỠNG CHẤT VÀNG</a:t>
                </a:r>
              </a:p>
            </p:txBody>
          </p:sp>
        </p:grp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2A99FED-331E-4209-BF0A-B37F5EDE5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7426" y="2435730"/>
              <a:ext cx="743085" cy="74308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6923AF8-90A6-4524-9B24-258015C83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63835" y="2000400"/>
              <a:ext cx="1365717" cy="519943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444EEB-B24C-48E7-A1E8-AABAAAD4669C}"/>
              </a:ext>
            </a:extLst>
          </p:cNvPr>
          <p:cNvGrpSpPr/>
          <p:nvPr/>
        </p:nvGrpSpPr>
        <p:grpSpPr>
          <a:xfrm>
            <a:off x="9766489" y="1158392"/>
            <a:ext cx="2089890" cy="4352544"/>
            <a:chOff x="3096498" y="1690160"/>
            <a:chExt cx="2403598" cy="427306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F7130F9-BA48-44FF-96AF-F95CE5D5AE77}"/>
                </a:ext>
              </a:extLst>
            </p:cNvPr>
            <p:cNvGrpSpPr/>
            <p:nvPr/>
          </p:nvGrpSpPr>
          <p:grpSpPr>
            <a:xfrm>
              <a:off x="3096498" y="1690160"/>
              <a:ext cx="2403598" cy="4273064"/>
              <a:chOff x="93204" y="1548321"/>
              <a:chExt cx="2403598" cy="4273064"/>
            </a:xfrm>
          </p:grpSpPr>
          <p:pic>
            <p:nvPicPr>
              <p:cNvPr id="45" name="Picture 2" descr="https://b.f2.photo.talk.zdn.vn/3825137163988448004/d576e2524457b909e046.jpg">
                <a:extLst>
                  <a:ext uri="{FF2B5EF4-FFF2-40B4-BE49-F238E27FC236}">
                    <a16:creationId xmlns:a16="http://schemas.microsoft.com/office/drawing/2014/main" id="{7003F4B1-D281-4224-B0D6-A33DE620DA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204" y="1548321"/>
                <a:ext cx="2403598" cy="42730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70A45A6-B64C-43CE-9D7C-06AB89F22C9A}"/>
                  </a:ext>
                </a:extLst>
              </p:cNvPr>
              <p:cNvSpPr txBox="1"/>
              <p:nvPr/>
            </p:nvSpPr>
            <p:spPr>
              <a:xfrm>
                <a:off x="755117" y="3522277"/>
                <a:ext cx="107977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1100" u="sng" dirty="0">
                    <a:solidFill>
                      <a:srgbClr val="0079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Thể lệ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F8A7146-F1C8-4419-9095-ADB104D02DC7}"/>
                </a:ext>
              </a:extLst>
            </p:cNvPr>
            <p:cNvSpPr txBox="1"/>
            <p:nvPr/>
          </p:nvSpPr>
          <p:spPr>
            <a:xfrm>
              <a:off x="3131593" y="2531606"/>
              <a:ext cx="2331544" cy="584775"/>
            </a:xfrm>
            <a:prstGeom prst="rect">
              <a:avLst/>
            </a:prstGeom>
            <a:solidFill>
              <a:srgbClr val="8BD4FF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</a:rPr>
                <a:t>BỘ BA </a:t>
              </a:r>
            </a:p>
            <a:p>
              <a:pPr algn="ctr"/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</a:rPr>
                <a:t>D</a:t>
              </a:r>
              <a:r>
                <a:rPr lang="vi-VN" sz="1600" b="1" dirty="0">
                  <a:solidFill>
                    <a:schemeClr val="accent6">
                      <a:lumMod val="75000"/>
                    </a:schemeClr>
                  </a:solidFill>
                </a:rPr>
                <a:t>Ư</a:t>
              </a:r>
              <a:r>
                <a:rPr lang="en-US" sz="1600" b="1" dirty="0">
                  <a:solidFill>
                    <a:schemeClr val="accent6">
                      <a:lumMod val="75000"/>
                    </a:schemeClr>
                  </a:solidFill>
                </a:rPr>
                <a:t>ỠNG CHẤT VÀNG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666BA91-62A8-427C-9EFB-8DCEE50AF475}"/>
                </a:ext>
              </a:extLst>
            </p:cNvPr>
            <p:cNvSpPr/>
            <p:nvPr/>
          </p:nvSpPr>
          <p:spPr>
            <a:xfrm>
              <a:off x="3313131" y="4802089"/>
              <a:ext cx="1961982" cy="976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8CDA37E-0E90-4709-A3E9-4414C523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1126" y="4474994"/>
              <a:ext cx="1132342" cy="11066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996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621342" y="2330662"/>
            <a:ext cx="67324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b="1">
                <a:effectLst/>
                <a:ea typeface="Calibri" panose="020F0502020204030204" pitchFamily="34" charset="0"/>
              </a:rPr>
              <a:t>Tên game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>
                <a:ea typeface="Calibri" panose="020F0502020204030204" pitchFamily="34" charset="0"/>
              </a:rPr>
              <a:t>Username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b="1">
                <a:effectLst/>
                <a:ea typeface="Calibri" panose="020F0502020204030204" pitchFamily="34" charset="0"/>
              </a:rPr>
              <a:t>“Bảng xếp hạng tháng [tháng hiện tại]”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>
                <a:effectLst/>
                <a:ea typeface="Calibri" panose="020F0502020204030204" pitchFamily="34" charset="0"/>
              </a:rPr>
              <a:t>Điểm thành tích cá nhân: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ea typeface="Calibri" panose="020F0502020204030204" pitchFamily="34" charset="0"/>
              </a:rPr>
              <a:t>4.1</a:t>
            </a:r>
            <a:r>
              <a:rPr lang="en-US">
                <a:ea typeface="Calibri" panose="020F0502020204030204" pitchFamily="34" charset="0"/>
              </a:rPr>
              <a:t>. </a:t>
            </a:r>
            <a:r>
              <a:rPr lang="en-US" b="1">
                <a:ea typeface="Calibri" panose="020F0502020204030204" pitchFamily="34" charset="0"/>
              </a:rPr>
              <a:t>Xếp hạng </a:t>
            </a:r>
            <a:r>
              <a:rPr lang="en-US" b="1">
                <a:ea typeface="Calibri" panose="020F0502020204030204" pitchFamily="34" charset="0"/>
                <a:sym typeface="Wingdings" panose="05000000000000000000" pitchFamily="2" charset="2"/>
              </a:rPr>
              <a:t>=</a:t>
            </a:r>
            <a:r>
              <a:rPr lang="en-US">
                <a:ea typeface="Calibri" panose="020F0502020204030204" pitchFamily="34" charset="0"/>
                <a:sym typeface="Wingdings" panose="05000000000000000000" pitchFamily="2" charset="2"/>
              </a:rPr>
              <a:t> Thứ hạng đạt được trong tháng</a:t>
            </a:r>
            <a:endParaRPr lang="en-US">
              <a:ea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effectLst/>
                <a:ea typeface="Calibri" panose="020F0502020204030204" pitchFamily="34" charset="0"/>
              </a:rPr>
              <a:t>4.2</a:t>
            </a:r>
            <a:r>
              <a:rPr lang="en-US" sz="1800">
                <a:effectLst/>
                <a:ea typeface="Calibri" panose="020F0502020204030204" pitchFamily="34" charset="0"/>
              </a:rPr>
              <a:t>. </a:t>
            </a:r>
            <a:r>
              <a:rPr lang="en-US" sz="1800" b="1">
                <a:effectLst/>
                <a:ea typeface="Calibri" panose="020F0502020204030204" pitchFamily="34" charset="0"/>
              </a:rPr>
              <a:t>Tổng điểm </a:t>
            </a:r>
            <a:r>
              <a:rPr lang="en-US" sz="1800">
                <a:effectLst/>
                <a:ea typeface="Calibri" panose="020F0502020204030204" pitchFamily="34" charset="0"/>
              </a:rPr>
              <a:t>=</a:t>
            </a:r>
            <a:r>
              <a:rPr lang="en-US" sz="1800">
                <a:effectLst/>
                <a:ea typeface="Calibri" panose="020F0502020204030204" pitchFamily="34" charset="0"/>
                <a:sym typeface="Wingdings" panose="05000000000000000000" pitchFamily="2" charset="2"/>
              </a:rPr>
              <a:t> Tổng số điểm chơi game trong tháng </a:t>
            </a:r>
            <a:r>
              <a:rPr lang="en-US" sz="1800">
                <a:solidFill>
                  <a:srgbClr val="FF0000"/>
                </a:solidFill>
                <a:effectLst/>
                <a:ea typeface="Calibri" panose="020F0502020204030204" pitchFamily="34" charset="0"/>
                <a:sym typeface="Wingdings" panose="05000000000000000000" pitchFamily="2" charset="2"/>
              </a:rPr>
              <a:t>(số điểm cộng dồn của TẤT CẢ CÁC LẦN CHƠI GAME)</a:t>
            </a:r>
            <a:endParaRPr lang="en-US" sz="1800">
              <a:solidFill>
                <a:srgbClr val="FF0000"/>
              </a:solidFill>
              <a:effectLst/>
              <a:ea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ea typeface="Calibri" panose="020F0502020204030204" pitchFamily="34" charset="0"/>
              </a:rPr>
              <a:t>5. Nút “Play game” </a:t>
            </a:r>
            <a:r>
              <a:rPr lang="en-US">
                <a:ea typeface="Calibri" panose="020F0502020204030204" pitchFamily="34" charset="0"/>
                <a:sym typeface="Wingdings" panose="05000000000000000000" pitchFamily="2" charset="2"/>
              </a:rPr>
              <a:t> Click </a:t>
            </a:r>
            <a:r>
              <a:rPr lang="en-US">
                <a:sym typeface="Wingdings" panose="05000000000000000000" pitchFamily="2" charset="2"/>
              </a:rPr>
              <a:t>vào hiện pop-up thông báo cộng điểm </a:t>
            </a:r>
            <a:r>
              <a:rPr lang="en-US" b="1">
                <a:sym typeface="Wingdings" panose="05000000000000000000" pitchFamily="2" charset="2"/>
              </a:rPr>
              <a:t>(+20 điểm cho lần đầu tiên chơi game/ mỗi game) </a:t>
            </a:r>
            <a:r>
              <a:rPr lang="en-US">
                <a:sym typeface="Wingdings" panose="05000000000000000000" pitchFamily="2" charset="2"/>
              </a:rPr>
              <a:t> Đóng pop-up dẫn </a:t>
            </a:r>
            <a:r>
              <a:rPr lang="en-US">
                <a:ea typeface="Calibri" panose="020F0502020204030204" pitchFamily="34" charset="0"/>
                <a:sym typeface="Wingdings" panose="05000000000000000000" pitchFamily="2" charset="2"/>
              </a:rPr>
              <a:t>đến </a:t>
            </a:r>
            <a:r>
              <a:rPr lang="vi-VN">
                <a:latin typeface="Calibri (Body)"/>
                <a:sym typeface="Wingdings" panose="05000000000000000000" pitchFamily="2" charset="2"/>
              </a:rPr>
              <a:t>Màn hình chơi game</a:t>
            </a:r>
            <a:endParaRPr lang="en-US">
              <a:latin typeface="Calibri (Body)"/>
              <a:sym typeface="Wingdings" panose="05000000000000000000" pitchFamily="2" charset="2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latin typeface="Calibri (Body)"/>
                <a:sym typeface="Wingdings" panose="05000000000000000000" pitchFamily="2" charset="2"/>
              </a:rPr>
              <a:t>6</a:t>
            </a:r>
            <a:r>
              <a:rPr lang="en-US">
                <a:latin typeface="Calibri (Body)"/>
                <a:sym typeface="Wingdings" panose="05000000000000000000" pitchFamily="2" charset="2"/>
              </a:rPr>
              <a:t>. </a:t>
            </a:r>
            <a:r>
              <a:rPr lang="en-US" b="1">
                <a:latin typeface="Calibri (Body)"/>
                <a:sym typeface="Wingdings" panose="05000000000000000000" pitchFamily="2" charset="2"/>
              </a:rPr>
              <a:t>Bảng xếp hạng game theo tháng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b="1">
              <a:latin typeface="Calibri (Body)"/>
              <a:sym typeface="Wingdings" panose="05000000000000000000" pitchFamily="2" charset="2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rgbClr val="FF0000"/>
                </a:solidFill>
                <a:latin typeface="Calibri (Body)"/>
                <a:sym typeface="Wingdings" panose="05000000000000000000" pitchFamily="2" charset="2"/>
              </a:rPr>
              <a:t>NOTE: Update dữ liệu sau 1 phút</a:t>
            </a:r>
            <a:endParaRPr lang="en-US" b="1">
              <a:solidFill>
                <a:srgbClr val="FF0000"/>
              </a:solidFill>
              <a:latin typeface="Calibri (Body)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(3) Giao diện màn hình </a:t>
            </a:r>
            <a:r>
              <a:rPr lang="en-US" sz="4400" b="1"/>
              <a:t>bảng xếp hạng game (Demo game 1)</a:t>
            </a:r>
            <a:endParaRPr lang="en-US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8826FD-2593-45B3-BF29-E66DEF3F600E}"/>
              </a:ext>
            </a:extLst>
          </p:cNvPr>
          <p:cNvGrpSpPr/>
          <p:nvPr/>
        </p:nvGrpSpPr>
        <p:grpSpPr>
          <a:xfrm>
            <a:off x="390668" y="1618057"/>
            <a:ext cx="965977" cy="376889"/>
            <a:chOff x="258119" y="1643562"/>
            <a:chExt cx="1087301" cy="83156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4DC744-BC82-4074-8600-6EA243A59CB1}"/>
                </a:ext>
              </a:extLst>
            </p:cNvPr>
            <p:cNvSpPr txBox="1"/>
            <p:nvPr/>
          </p:nvSpPr>
          <p:spPr>
            <a:xfrm>
              <a:off x="258119" y="1643562"/>
              <a:ext cx="301686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9E382D-F86C-4F5C-8A6A-568DAAFD7263}"/>
                </a:ext>
              </a:extLst>
            </p:cNvPr>
            <p:cNvCxnSpPr>
              <a:cxnSpLocks/>
            </p:cNvCxnSpPr>
            <p:nvPr/>
          </p:nvCxnSpPr>
          <p:spPr>
            <a:xfrm>
              <a:off x="602528" y="2116492"/>
              <a:ext cx="742892" cy="3586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405FF5-834D-4487-BC34-B861295D9725}"/>
              </a:ext>
            </a:extLst>
          </p:cNvPr>
          <p:cNvGrpSpPr/>
          <p:nvPr/>
        </p:nvGrpSpPr>
        <p:grpSpPr>
          <a:xfrm>
            <a:off x="3041182" y="1892339"/>
            <a:ext cx="869076" cy="511877"/>
            <a:chOff x="-346121" y="2207519"/>
            <a:chExt cx="869076" cy="51187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069164-1D1E-4F62-9CD2-4F63827FFF14}"/>
                </a:ext>
              </a:extLst>
            </p:cNvPr>
            <p:cNvSpPr txBox="1"/>
            <p:nvPr/>
          </p:nvSpPr>
          <p:spPr>
            <a:xfrm>
              <a:off x="221269" y="220751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C0C9570-FC26-461D-B718-FB70266905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46121" y="2451950"/>
              <a:ext cx="555073" cy="2674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840334-2D10-4CDA-B0E3-78AE1BAF727E}"/>
              </a:ext>
            </a:extLst>
          </p:cNvPr>
          <p:cNvGrpSpPr/>
          <p:nvPr/>
        </p:nvGrpSpPr>
        <p:grpSpPr>
          <a:xfrm rot="622389">
            <a:off x="301745" y="2956726"/>
            <a:ext cx="1124262" cy="791940"/>
            <a:chOff x="407076" y="2047655"/>
            <a:chExt cx="1457475" cy="79194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CA1781-C043-414F-B70C-99930FB512EC}"/>
                </a:ext>
              </a:extLst>
            </p:cNvPr>
            <p:cNvSpPr txBox="1"/>
            <p:nvPr/>
          </p:nvSpPr>
          <p:spPr>
            <a:xfrm rot="20977611">
              <a:off x="407076" y="2193264"/>
              <a:ext cx="6176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4.1</a:t>
              </a:r>
            </a:p>
            <a:p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3D9926F-B039-4F25-82C8-3837B036B9BF}"/>
                </a:ext>
              </a:extLst>
            </p:cNvPr>
            <p:cNvCxnSpPr>
              <a:cxnSpLocks/>
            </p:cNvCxnSpPr>
            <p:nvPr/>
          </p:nvCxnSpPr>
          <p:spPr>
            <a:xfrm rot="20977611" flipV="1">
              <a:off x="939926" y="2047655"/>
              <a:ext cx="924625" cy="1625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CCF18A-DFEF-473B-BC4B-72B9A2F7D7B3}"/>
              </a:ext>
            </a:extLst>
          </p:cNvPr>
          <p:cNvGrpSpPr/>
          <p:nvPr/>
        </p:nvGrpSpPr>
        <p:grpSpPr>
          <a:xfrm>
            <a:off x="289468" y="2434091"/>
            <a:ext cx="1067177" cy="384440"/>
            <a:chOff x="324415" y="2238880"/>
            <a:chExt cx="913053" cy="38444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6A51F28-24D1-4AB3-97C6-50B2258362B5}"/>
                </a:ext>
              </a:extLst>
            </p:cNvPr>
            <p:cNvSpPr txBox="1"/>
            <p:nvPr/>
          </p:nvSpPr>
          <p:spPr>
            <a:xfrm>
              <a:off x="324415" y="2253988"/>
              <a:ext cx="258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5942B6A-D38F-460F-AA16-79AEA7EA1184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 flipV="1">
              <a:off x="582531" y="2238880"/>
              <a:ext cx="654937" cy="19977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443801-B486-41EB-8CB6-DADA938A790D}"/>
              </a:ext>
            </a:extLst>
          </p:cNvPr>
          <p:cNvGrpSpPr/>
          <p:nvPr/>
        </p:nvGrpSpPr>
        <p:grpSpPr>
          <a:xfrm>
            <a:off x="2711319" y="3401383"/>
            <a:ext cx="1089647" cy="622278"/>
            <a:chOff x="-546660" y="1965612"/>
            <a:chExt cx="1089647" cy="62227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7D9C47-FDDC-4A2F-AD8E-39737F3124FF}"/>
                </a:ext>
              </a:extLst>
            </p:cNvPr>
            <p:cNvSpPr txBox="1"/>
            <p:nvPr/>
          </p:nvSpPr>
          <p:spPr>
            <a:xfrm>
              <a:off x="241301" y="22185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5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DD56AEF-0D16-446F-98DA-67DD3695CA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6660" y="1965612"/>
              <a:ext cx="797500" cy="3778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04039AF-199A-4760-83E7-DA18B2FF66E0}"/>
              </a:ext>
            </a:extLst>
          </p:cNvPr>
          <p:cNvGrpSpPr/>
          <p:nvPr/>
        </p:nvGrpSpPr>
        <p:grpSpPr>
          <a:xfrm>
            <a:off x="2900086" y="5560247"/>
            <a:ext cx="1089647" cy="622278"/>
            <a:chOff x="-546660" y="1965612"/>
            <a:chExt cx="1089647" cy="62227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79D0ED1-1017-4400-8C3D-39FB395FB941}"/>
                </a:ext>
              </a:extLst>
            </p:cNvPr>
            <p:cNvSpPr txBox="1"/>
            <p:nvPr/>
          </p:nvSpPr>
          <p:spPr>
            <a:xfrm>
              <a:off x="241301" y="22185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6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8764A62-54ED-473B-908F-C3484C4017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6660" y="1965612"/>
              <a:ext cx="797500" cy="3778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50A6E54-39E8-4F6B-B7D3-0EEC085CF341}"/>
              </a:ext>
            </a:extLst>
          </p:cNvPr>
          <p:cNvGrpSpPr/>
          <p:nvPr/>
        </p:nvGrpSpPr>
        <p:grpSpPr>
          <a:xfrm>
            <a:off x="2970100" y="2883132"/>
            <a:ext cx="1164136" cy="369332"/>
            <a:chOff x="-466455" y="2207519"/>
            <a:chExt cx="1164136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A76D690-BDE1-4405-8565-E3BD567D41B6}"/>
                </a:ext>
              </a:extLst>
            </p:cNvPr>
            <p:cNvSpPr txBox="1"/>
            <p:nvPr/>
          </p:nvSpPr>
          <p:spPr>
            <a:xfrm>
              <a:off x="221269" y="2207519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4.2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C7A528F-2A90-43B3-9AD5-79E39BD87F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466455" y="2300498"/>
              <a:ext cx="675408" cy="1514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E40CFC6-1A66-4EBF-80ED-680B192A53EB}"/>
              </a:ext>
            </a:extLst>
          </p:cNvPr>
          <p:cNvGrpSpPr/>
          <p:nvPr/>
        </p:nvGrpSpPr>
        <p:grpSpPr>
          <a:xfrm>
            <a:off x="1268235" y="1785449"/>
            <a:ext cx="2312568" cy="4352544"/>
            <a:chOff x="1268235" y="1785449"/>
            <a:chExt cx="2312568" cy="435254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2F67650-185D-4C23-80D8-E9BFC18838C4}"/>
                </a:ext>
              </a:extLst>
            </p:cNvPr>
            <p:cNvGrpSpPr/>
            <p:nvPr/>
          </p:nvGrpSpPr>
          <p:grpSpPr>
            <a:xfrm>
              <a:off x="1268235" y="1785449"/>
              <a:ext cx="2312568" cy="4352544"/>
              <a:chOff x="6616826" y="1158392"/>
              <a:chExt cx="2312568" cy="4352544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00C7775-19DE-446D-A261-8F55DDE99412}"/>
                  </a:ext>
                </a:extLst>
              </p:cNvPr>
              <p:cNvGrpSpPr/>
              <p:nvPr/>
            </p:nvGrpSpPr>
            <p:grpSpPr>
              <a:xfrm>
                <a:off x="6616826" y="1158392"/>
                <a:ext cx="2089890" cy="4352544"/>
                <a:chOff x="6616826" y="1158392"/>
                <a:chExt cx="2089890" cy="4352544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73CD28C-981E-49B5-AC7A-9EC1201E0B3C}"/>
                    </a:ext>
                  </a:extLst>
                </p:cNvPr>
                <p:cNvSpPr/>
                <p:nvPr/>
              </p:nvSpPr>
              <p:spPr>
                <a:xfrm>
                  <a:off x="6616826" y="1158392"/>
                  <a:ext cx="2089890" cy="435254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Bảng xếp hạng tháng 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424C7E3-8468-4877-A0A7-7C7BC20C23D5}"/>
                    </a:ext>
                  </a:extLst>
                </p:cNvPr>
                <p:cNvSpPr/>
                <p:nvPr/>
              </p:nvSpPr>
              <p:spPr>
                <a:xfrm>
                  <a:off x="6738644" y="2969706"/>
                  <a:ext cx="1816100" cy="240552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/>
                    <a:t>Bảng xếp hạng game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812611AB-6F6F-46BA-B39E-40E226974463}"/>
                    </a:ext>
                  </a:extLst>
                </p:cNvPr>
                <p:cNvSpPr/>
                <p:nvPr/>
              </p:nvSpPr>
              <p:spPr>
                <a:xfrm>
                  <a:off x="7113294" y="2580267"/>
                  <a:ext cx="1066800" cy="279400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/>
                    <a:t>Play Game</a:t>
                  </a:r>
                </a:p>
              </p:txBody>
            </p:sp>
            <p:pic>
              <p:nvPicPr>
                <p:cNvPr id="41" name="Graphic 40">
                  <a:extLst>
                    <a:ext uri="{FF2B5EF4-FFF2-40B4-BE49-F238E27FC236}">
                      <a16:creationId xmlns:a16="http://schemas.microsoft.com/office/drawing/2014/main" id="{B6C35606-4A66-4610-857F-F294B93852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20688" y="1716447"/>
                  <a:ext cx="720558" cy="279400"/>
                </a:xfrm>
                <a:prstGeom prst="rect">
                  <a:avLst/>
                </a:prstGeom>
              </p:spPr>
            </p:pic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370CCBA-E8E4-4BC4-991C-257965B20B9F}"/>
                  </a:ext>
                </a:extLst>
              </p:cNvPr>
              <p:cNvSpPr txBox="1"/>
              <p:nvPr/>
            </p:nvSpPr>
            <p:spPr>
              <a:xfrm>
                <a:off x="7670800" y="1749731"/>
                <a:ext cx="1035916" cy="23083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b="1"/>
                  <a:t>BXH tháng 04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35B07C9-A38F-47F3-8143-D26F87775E00}"/>
                  </a:ext>
                </a:extLst>
              </p:cNvPr>
              <p:cNvSpPr txBox="1"/>
              <p:nvPr/>
            </p:nvSpPr>
            <p:spPr>
              <a:xfrm>
                <a:off x="6616826" y="1168225"/>
                <a:ext cx="231256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>
                    <a:solidFill>
                      <a:schemeClr val="bg1"/>
                    </a:solidFill>
                  </a:rPr>
                  <a:t>GAME 1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PHÂN LOẠI DƯỠNG CHẤT</a:t>
                </a:r>
              </a:p>
            </p:txBody>
          </p:sp>
        </p:grp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73B73C7-AF41-4A42-A5B3-0767B9326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30321" y="2622904"/>
              <a:ext cx="1365717" cy="5199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355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2F67650-185D-4C23-80D8-E9BFC18838C4}"/>
              </a:ext>
            </a:extLst>
          </p:cNvPr>
          <p:cNvGrpSpPr/>
          <p:nvPr/>
        </p:nvGrpSpPr>
        <p:grpSpPr>
          <a:xfrm>
            <a:off x="1268235" y="1785449"/>
            <a:ext cx="2312568" cy="4352544"/>
            <a:chOff x="6616826" y="1158392"/>
            <a:chExt cx="2312568" cy="435254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00C7775-19DE-446D-A261-8F55DDE99412}"/>
                </a:ext>
              </a:extLst>
            </p:cNvPr>
            <p:cNvGrpSpPr/>
            <p:nvPr/>
          </p:nvGrpSpPr>
          <p:grpSpPr>
            <a:xfrm>
              <a:off x="6616826" y="1158392"/>
              <a:ext cx="2089890" cy="4352544"/>
              <a:chOff x="6616826" y="1158392"/>
              <a:chExt cx="2089890" cy="4352544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73CD28C-981E-49B5-AC7A-9EC1201E0B3C}"/>
                  </a:ext>
                </a:extLst>
              </p:cNvPr>
              <p:cNvSpPr/>
              <p:nvPr/>
            </p:nvSpPr>
            <p:spPr>
              <a:xfrm>
                <a:off x="6616826" y="1158392"/>
                <a:ext cx="2089890" cy="435254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Bảng xếp hạng tháng 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424C7E3-8468-4877-A0A7-7C7BC20C23D5}"/>
                  </a:ext>
                </a:extLst>
              </p:cNvPr>
              <p:cNvSpPr/>
              <p:nvPr/>
            </p:nvSpPr>
            <p:spPr>
              <a:xfrm>
                <a:off x="6738644" y="2969706"/>
                <a:ext cx="1816100" cy="24055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/>
                  <a:t>Bảng xếp hạng game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12611AB-6F6F-46BA-B39E-40E226974463}"/>
                  </a:ext>
                </a:extLst>
              </p:cNvPr>
              <p:cNvSpPr/>
              <p:nvPr/>
            </p:nvSpPr>
            <p:spPr>
              <a:xfrm>
                <a:off x="7113294" y="2580267"/>
                <a:ext cx="1066800" cy="2794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/>
                  <a:t>Play Game</a:t>
                </a:r>
              </a:p>
            </p:txBody>
          </p:sp>
          <p:pic>
            <p:nvPicPr>
              <p:cNvPr id="41" name="Graphic 40">
                <a:extLst>
                  <a:ext uri="{FF2B5EF4-FFF2-40B4-BE49-F238E27FC236}">
                    <a16:creationId xmlns:a16="http://schemas.microsoft.com/office/drawing/2014/main" id="{B6C35606-4A66-4610-857F-F294B9385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20688" y="1716447"/>
                <a:ext cx="720558" cy="279400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70CCBA-E8E4-4BC4-991C-257965B20B9F}"/>
                </a:ext>
              </a:extLst>
            </p:cNvPr>
            <p:cNvSpPr txBox="1"/>
            <p:nvPr/>
          </p:nvSpPr>
          <p:spPr>
            <a:xfrm>
              <a:off x="7670800" y="1749731"/>
              <a:ext cx="1035916" cy="2308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b="1"/>
                <a:t>BXH tháng 04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5B07C9-A38F-47F3-8143-D26F87775E00}"/>
                </a:ext>
              </a:extLst>
            </p:cNvPr>
            <p:cNvSpPr txBox="1"/>
            <p:nvPr/>
          </p:nvSpPr>
          <p:spPr>
            <a:xfrm>
              <a:off x="6616826" y="1168225"/>
              <a:ext cx="231256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>
                  <a:solidFill>
                    <a:schemeClr val="bg1"/>
                  </a:solidFill>
                </a:rPr>
                <a:t>GAME 1</a:t>
              </a:r>
            </a:p>
            <a:p>
              <a:r>
                <a:rPr lang="en-US" sz="1400" b="1">
                  <a:solidFill>
                    <a:schemeClr val="bg1"/>
                  </a:solidFill>
                </a:rPr>
                <a:t>PHÂN LOẠI DƯỠNG CHẤT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621342" y="2330662"/>
            <a:ext cx="65514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/>
              <a:t>Hiện danh sách các user xếp hạng từ </a:t>
            </a:r>
            <a:r>
              <a:rPr lang="en-US" b="1"/>
              <a:t>cao đến thấp</a:t>
            </a:r>
            <a:br>
              <a:rPr lang="en-US" b="1"/>
            </a:br>
            <a:r>
              <a:rPr lang="en-US">
                <a:solidFill>
                  <a:srgbClr val="FF0000"/>
                </a:solidFill>
              </a:rPr>
              <a:t>+ Ưu tiên 1: Điểm tổng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+ Ưu tiên 2: Thời gian cuối cùng user đạt được điểm tổng (sau tất cả các lần chơi)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/>
              <a:t>Thông tin hiển thị bao gồm: </a:t>
            </a:r>
            <a:r>
              <a:rPr lang="en-US" b="1"/>
              <a:t>thứ hạng, username, tổng điểm trong tháng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b="1"/>
              <a:t>Phân biệt màu sắc </a:t>
            </a:r>
            <a:r>
              <a:rPr lang="en-US"/>
              <a:t>của hạng 1, 2, 3 và các hạng còn lại (tương tự achievement board của app)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/>
              <a:t>Hiện danh sách 10 users đầu bảng </a:t>
            </a:r>
            <a:r>
              <a:rPr lang="en-US" b="1"/>
              <a:t>(Phân trang dữ liệu). </a:t>
            </a:r>
            <a:r>
              <a:rPr lang="en-US"/>
              <a:t>Tiếp tục load danh sách khi scroll lên.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>
                <a:solidFill>
                  <a:srgbClr val="FF0000"/>
                </a:solidFill>
              </a:rPr>
              <a:t>Refresh dữ liệu theo tháng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ym typeface="Wingdings" panose="05000000000000000000" pitchFamily="2" charset="2"/>
              </a:rPr>
              <a:t> </a:t>
            </a:r>
            <a:r>
              <a:rPr lang="en-US" b="1"/>
              <a:t>Chi tiết </a:t>
            </a:r>
            <a:r>
              <a:rPr lang="en-US" sz="4400" b="1"/>
              <a:t>bảng xếp hạng game (Demo game 1)</a:t>
            </a:r>
            <a:endParaRPr lang="en-US" b="1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37CFF51-8190-4476-B1B4-E7E55E832D24}"/>
              </a:ext>
            </a:extLst>
          </p:cNvPr>
          <p:cNvSpPr/>
          <p:nvPr/>
        </p:nvSpPr>
        <p:spPr>
          <a:xfrm rot="1438104">
            <a:off x="776934" y="3927108"/>
            <a:ext cx="780881" cy="5715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34DB9A2-FAA8-4AAC-91C6-2268C50AC6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5468" y="2641207"/>
            <a:ext cx="1293482" cy="4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3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388E9A-E684-4D6B-8818-1BF90CC1B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05" y="1690688"/>
            <a:ext cx="2089890" cy="43525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5051055" y="1951672"/>
            <a:ext cx="3407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rgbClr val="0070C0"/>
                </a:solidFill>
              </a:rPr>
              <a:t>Scheme điểm: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>
                <a:solidFill>
                  <a:srgbClr val="0070C0"/>
                </a:solidFill>
              </a:rPr>
              <a:t>User xếp hạng 1: </a:t>
            </a:r>
            <a:r>
              <a:rPr lang="en-US" b="1">
                <a:solidFill>
                  <a:srgbClr val="0070C0"/>
                </a:solidFill>
              </a:rPr>
              <a:t>+20 điểm</a:t>
            </a: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0070C0"/>
                </a:solidFill>
              </a:rPr>
              <a:t>User xếp hạng 2: </a:t>
            </a:r>
            <a:r>
              <a:rPr lang="en-US" b="1">
                <a:solidFill>
                  <a:srgbClr val="0070C0"/>
                </a:solidFill>
              </a:rPr>
              <a:t>+15 điểm</a:t>
            </a: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0070C0"/>
                </a:solidFill>
              </a:rPr>
              <a:t>User xếp hạng 3: </a:t>
            </a:r>
            <a:r>
              <a:rPr lang="en-US" b="1">
                <a:solidFill>
                  <a:srgbClr val="0070C0"/>
                </a:solidFill>
              </a:rPr>
              <a:t>+10 điểm</a:t>
            </a:r>
          </a:p>
          <a:p>
            <a:pPr marL="342900" indent="-342900">
              <a:buFontTx/>
              <a:buAutoNum type="arabicPeriod"/>
            </a:pPr>
            <a:r>
              <a:rPr lang="en-US">
                <a:solidFill>
                  <a:srgbClr val="0070C0"/>
                </a:solidFill>
              </a:rPr>
              <a:t>User xếp hạng 4 đến hạng 10: </a:t>
            </a:r>
            <a:r>
              <a:rPr lang="en-US" b="1">
                <a:solidFill>
                  <a:srgbClr val="0070C0"/>
                </a:solidFill>
              </a:rPr>
              <a:t>+6 điểm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b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*Scheme điểm Top 10 của tháng: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7FE3D9-775C-4D2C-BF92-E0F612B69463}"/>
              </a:ext>
            </a:extLst>
          </p:cNvPr>
          <p:cNvSpPr txBox="1"/>
          <p:nvPr/>
        </p:nvSpPr>
        <p:spPr>
          <a:xfrm>
            <a:off x="838200" y="1951672"/>
            <a:ext cx="406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à"/>
            </a:pPr>
            <a:r>
              <a:rPr lang="en-US" b="1"/>
              <a:t>Cộng điểm cho các users đạt top 10 /tháng trong bảng xếp hạng game.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b="1"/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/>
              <a:t>- Vị trí cộng điểm: </a:t>
            </a:r>
            <a:r>
              <a:rPr lang="en-US"/>
              <a:t>quy đổi thành điểm </a:t>
            </a:r>
            <a:r>
              <a:rPr lang="en-US" b="1"/>
              <a:t>cộng trong achievement board của Hub </a:t>
            </a:r>
            <a:r>
              <a:rPr lang="en-US"/>
              <a:t>“Hộ sinh tài trí” </a:t>
            </a:r>
            <a:r>
              <a:rPr lang="en-US" i="1"/>
              <a:t>(Như hình bên)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/>
              <a:t>- Thời gian cộng điểm: </a:t>
            </a:r>
            <a:r>
              <a:rPr lang="en-US"/>
              <a:t>Cộng điểm vào điểm tích lũy Achievement board Hub vào</a:t>
            </a:r>
            <a:r>
              <a:rPr lang="en-US" b="1"/>
              <a:t> </a:t>
            </a:r>
            <a:r>
              <a:rPr lang="en-US"/>
              <a:t>00:00 ngày 1 của tháng kế tiếp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81D4E1-46D2-406B-9A82-3756A5A1FDDF}"/>
              </a:ext>
            </a:extLst>
          </p:cNvPr>
          <p:cNvSpPr/>
          <p:nvPr/>
        </p:nvSpPr>
        <p:spPr>
          <a:xfrm>
            <a:off x="9029700" y="4070349"/>
            <a:ext cx="2222500" cy="473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8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1622</TotalTime>
  <Words>589</Words>
  <Application>Microsoft Office PowerPoint</Application>
  <PresentationFormat>Widescreen</PresentationFormat>
  <Paragraphs>83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Wingdings</vt:lpstr>
      <vt:lpstr>Office Theme</vt:lpstr>
      <vt:lpstr>ACHIEVEMENT BOARD RANKING GAME</vt:lpstr>
      <vt:lpstr>Flow UI Thử thách thông thái (Game 1)</vt:lpstr>
      <vt:lpstr>Flow UI Thử thách thông thái (Game 2)</vt:lpstr>
      <vt:lpstr>(3) Giao diện màn hình bảng xếp hạng game (Demo game 1)</vt:lpstr>
      <vt:lpstr> Chi tiết bảng xếp hạng game (Demo game 1)</vt:lpstr>
      <vt:lpstr>*Scheme điểm Top 10 của tháng: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BẢNG THÀNH TÍCH  VÀ XẾP HẠNG</dc:title>
  <dc:creator>Nguyễn Quốc Tuấn</dc:creator>
  <cp:lastModifiedBy> </cp:lastModifiedBy>
  <cp:revision>82</cp:revision>
  <cp:lastPrinted>2021-03-18T03:55:15Z</cp:lastPrinted>
  <dcterms:created xsi:type="dcterms:W3CDTF">2021-02-24T07:50:46Z</dcterms:created>
  <dcterms:modified xsi:type="dcterms:W3CDTF">2021-03-31T03:52:40Z</dcterms:modified>
</cp:coreProperties>
</file>