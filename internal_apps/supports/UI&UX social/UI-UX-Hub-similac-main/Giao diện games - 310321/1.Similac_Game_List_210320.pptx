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52"/>
  </p:normalViewPr>
  <p:slideViewPr>
    <p:cSldViewPr snapToGrid="0" snapToObjects="1">
      <p:cViewPr>
        <p:scale>
          <a:sx n="66" d="100"/>
          <a:sy n="66" d="100"/>
        </p:scale>
        <p:origin x="3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17AE3-400E-4AA4-B94F-C6E101624A4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F3986-AB0A-4DFB-9481-E1A53D10F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4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58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78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357AC-3F87-474E-8940-49476C1046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24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D7DA1-B402-C645-ADAE-F5D8FC311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98B9A-8AE0-354A-9B6A-6B03E0FED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3D7F1-81D2-1141-9050-1112AAB1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A1B75-8B2E-4140-AD07-5FF2238A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A37FE-EEC5-3B45-8B46-6745AB71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2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45D5-E89E-494B-B038-CED89BA9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0DD7D-60CD-9748-BD48-E202701BA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FEAA5-38DD-5A43-87C4-29482633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B6540-7D3F-6B44-84E1-A09E83EB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C6535-5403-7B4A-8F7E-86659FDB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5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5612-DC2C-4640-BF6C-1D19113B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6BA79-B390-264A-9C24-CCD10C456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2A484-33B9-044B-AA6D-FC49B643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C8C70-0F0D-E249-BBE7-546A576B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2549-5637-D443-AFAF-0B5D73DA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F58F-E948-6A42-B1C1-11745E22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20FDE-B0C8-514E-8274-D569E89A5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914FF-7D80-A148-8082-FA957132D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8BA88-E75E-4A46-9D4C-805225BD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9650C-B924-444F-9F01-E9B019B9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BA84C-2400-B847-94CF-803E5159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2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D136-742C-A64E-A9F6-1483117E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33F71-5A40-9945-9FBA-5D7CAF780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FF956-DC06-4B48-A812-B7DD9A163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688E5-7130-924F-AB95-0DED81DA4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5ED41-B0F7-784F-8744-6EC2287C8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6E237-75DD-7048-A5C2-2EEF865F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D8B86-CC11-F549-AB19-0DD214EB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3467E-58E3-324F-8B91-F9A3C47A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3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8F4B-FFF8-784C-8C06-DAEB87425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C8911-95D7-C94D-962C-8377516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699DB-BFC7-E349-921C-ACC53384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C56723-5A33-6C40-A58A-CE13396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811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20EBA-A265-014B-8891-EF8DAA34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46509-3E23-F745-AEAD-5480E9AD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3DD70-1C15-3344-BDE2-203DFAD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5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4E2A-FEC0-8744-8C42-6AF2E004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10B9-3B3C-6744-AAE6-A229F7BF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B615A-C719-F442-80D5-E90C2A6DB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FB9EB-FCAE-7248-BF1E-14718FB0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0C6DC-BB24-994A-92D0-53C03F32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27720-DD15-9C47-A26C-D78FC9FE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5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FB81-0997-FD44-8C20-D30D12FC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D0113-0888-EF4E-8BA5-B9173748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CF39C-EBA7-E241-8C7F-09471ABB1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BBDCE-1196-E54B-B300-25DCA496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1A305-3305-474E-B11D-59E332DE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39240-7975-B04B-848A-EEF7B914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89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D857-3C11-D244-A294-EEAA13CA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1ED66-A833-9F47-A8B7-E7A838AAC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4EB31-1C35-034F-9131-6BFA5E99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8CD9E-18F2-CF47-B041-C2FE963F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85D19-93AF-9642-BC39-0AAD9EC3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81E0E-711C-7F46-823A-395A7CFA7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A3AAE-AEC4-E04F-AC9B-581306BA5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E7F8-1A68-6442-B140-62876EBD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89189-26FC-A241-BBBB-AE19C081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EB252-B37C-AA4C-A2D0-6EF8178F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7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30397-816D-1640-9854-F8640A8E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052DC-9CD6-7E45-998E-2177CC8A0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5DE3-7737-8E4D-9F9D-59966F1E9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EE953-32C2-454D-AA68-43234310E5B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BC26-82B6-C642-8262-81D360973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38082-5509-4D41-A04B-5C7DF0786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AA252-0293-3747-89C5-33321DF12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8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fif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5D16-E5E5-804D-B070-78FBD0BF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1673" y="1494973"/>
            <a:ext cx="10109916" cy="2387600"/>
          </a:xfrm>
        </p:spPr>
        <p:txBody>
          <a:bodyPr>
            <a:normAutofit/>
          </a:bodyPr>
          <a:lstStyle/>
          <a:p>
            <a:r>
              <a:rPr lang="en-US" b="1"/>
              <a:t>GIAO DIỆN</a:t>
            </a:r>
            <a:br>
              <a:rPr lang="en-US" b="1"/>
            </a:br>
            <a:r>
              <a:rPr lang="en-US" b="1"/>
              <a:t>MÀN HÌNH DANH SÁCH GAME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B4212-34DA-7949-8FB7-22CD23CCB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9496"/>
            <a:ext cx="9144000" cy="1655762"/>
          </a:xfrm>
        </p:spPr>
        <p:txBody>
          <a:bodyPr/>
          <a:lstStyle/>
          <a:p>
            <a:r>
              <a:rPr lang="en-US" b="1"/>
              <a:t>HUB SIMILAC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9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930388" y="1700392"/>
            <a:ext cx="465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</a:t>
            </a:r>
            <a:r>
              <a:rPr lang="en-US" dirty="0" err="1"/>
              <a:t>nhấp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BANNER “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thách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”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hub =&gt;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game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32750B-B781-47DB-9A93-CEA87FC1D6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30996" y="1825625"/>
            <a:ext cx="2089310" cy="4351338"/>
          </a:xfr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627912-10B3-4B45-818E-7EAF6A872FA3}"/>
              </a:ext>
            </a:extLst>
          </p:cNvPr>
          <p:cNvCxnSpPr/>
          <p:nvPr/>
        </p:nvCxnSpPr>
        <p:spPr>
          <a:xfrm>
            <a:off x="838200" y="5551079"/>
            <a:ext cx="385591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056AC6E3-4E0D-4197-99E0-0C7F0D27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b="1" dirty="0"/>
              <a:t> Hub</a:t>
            </a:r>
          </a:p>
        </p:txBody>
      </p:sp>
    </p:spTree>
    <p:extLst>
      <p:ext uri="{BB962C8B-B14F-4D97-AF65-F5344CB8AC3E}">
        <p14:creationId xmlns:p14="http://schemas.microsoft.com/office/powerpoint/2010/main" val="273386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4A9F7-A8C8-47B6-BB61-A94976954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25" y="1871551"/>
            <a:ext cx="2089890" cy="4352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21342" y="1785449"/>
            <a:ext cx="5024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800">
                <a:effectLst/>
                <a:ea typeface="Calibri" panose="020F0502020204030204" pitchFamily="34" charset="0"/>
              </a:rPr>
              <a:t>Tên </a:t>
            </a:r>
            <a:br>
              <a:rPr lang="en-US" sz="1800">
                <a:effectLst/>
                <a:ea typeface="Calibri" panose="020F0502020204030204" pitchFamily="34" charset="0"/>
              </a:rPr>
            </a:br>
            <a:r>
              <a:rPr lang="en-US" sz="1800" b="1">
                <a:effectLst/>
                <a:ea typeface="Calibri" panose="020F0502020204030204" pitchFamily="34" charset="0"/>
              </a:rPr>
              <a:t>“Thử thách thông thái”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>
                <a:ea typeface="Calibri" panose="020F0502020204030204" pitchFamily="34" charset="0"/>
              </a:rPr>
              <a:t>Câu giới thiệu </a:t>
            </a:r>
            <a:br>
              <a:rPr lang="en-US">
                <a:ea typeface="Calibri" panose="020F0502020204030204" pitchFamily="34" charset="0"/>
              </a:rPr>
            </a:br>
            <a:r>
              <a:rPr lang="en-US" b="1">
                <a:ea typeface="Calibri" panose="020F0502020204030204" pitchFamily="34" charset="0"/>
              </a:rPr>
              <a:t>“Tham gia tương tác để tích lũy thêm nhiều điểm, đổi quà thật hấp dẫn”</a:t>
            </a:r>
            <a:endParaRPr lang="en-US" sz="1800">
              <a:effectLst/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Giao diện màn hình danh sách game</a:t>
            </a:r>
            <a:endParaRPr lang="en-US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8826FD-2593-45B3-BF29-E66DEF3F600E}"/>
              </a:ext>
            </a:extLst>
          </p:cNvPr>
          <p:cNvGrpSpPr/>
          <p:nvPr/>
        </p:nvGrpSpPr>
        <p:grpSpPr>
          <a:xfrm>
            <a:off x="390668" y="1618057"/>
            <a:ext cx="965977" cy="611939"/>
            <a:chOff x="258119" y="1643562"/>
            <a:chExt cx="1087301" cy="135017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4DC744-BC82-4074-8600-6EA243A59CB1}"/>
                </a:ext>
              </a:extLst>
            </p:cNvPr>
            <p:cNvSpPr txBox="1"/>
            <p:nvPr/>
          </p:nvSpPr>
          <p:spPr>
            <a:xfrm>
              <a:off x="258119" y="1643562"/>
              <a:ext cx="301686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C9E382D-F86C-4F5C-8A6A-568DAAFD7263}"/>
                </a:ext>
              </a:extLst>
            </p:cNvPr>
            <p:cNvCxnSpPr>
              <a:cxnSpLocks/>
            </p:cNvCxnSpPr>
            <p:nvPr/>
          </p:nvCxnSpPr>
          <p:spPr>
            <a:xfrm>
              <a:off x="602528" y="2116492"/>
              <a:ext cx="742892" cy="8772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840334-2D10-4CDA-B0E3-78AE1BAF727E}"/>
              </a:ext>
            </a:extLst>
          </p:cNvPr>
          <p:cNvGrpSpPr/>
          <p:nvPr/>
        </p:nvGrpSpPr>
        <p:grpSpPr>
          <a:xfrm rot="622389">
            <a:off x="195745" y="3078549"/>
            <a:ext cx="1006347" cy="472734"/>
            <a:chOff x="559940" y="2047655"/>
            <a:chExt cx="1304611" cy="47273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CA1781-C043-414F-B70C-99930FB512EC}"/>
                </a:ext>
              </a:extLst>
            </p:cNvPr>
            <p:cNvSpPr txBox="1"/>
            <p:nvPr/>
          </p:nvSpPr>
          <p:spPr>
            <a:xfrm rot="20977611">
              <a:off x="559940" y="2151057"/>
              <a:ext cx="2443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3D9926F-B039-4F25-82C8-3837B036B9BF}"/>
                </a:ext>
              </a:extLst>
            </p:cNvPr>
            <p:cNvCxnSpPr>
              <a:cxnSpLocks/>
            </p:cNvCxnSpPr>
            <p:nvPr/>
          </p:nvCxnSpPr>
          <p:spPr>
            <a:xfrm rot="20977611" flipV="1">
              <a:off x="939926" y="2047655"/>
              <a:ext cx="924625" cy="1625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355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4A9F7-A8C8-47B6-BB61-A94976954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25" y="1871551"/>
            <a:ext cx="2089890" cy="4352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21342" y="1785449"/>
            <a:ext cx="6732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ea typeface="Calibri" panose="020F0502020204030204" pitchFamily="34" charset="0"/>
              </a:rPr>
              <a:t>3.1. Banner Game 1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“GAME 1”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“+20 điểm”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“Phân loại dưỡng chất”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Icon IQ Plus, HMO</a:t>
            </a:r>
            <a:endParaRPr lang="en-US" sz="1800">
              <a:effectLst/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Giao diện màn hình danh sách game</a:t>
            </a:r>
            <a:endParaRPr lang="en-US" b="1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443801-B486-41EB-8CB6-DADA938A790D}"/>
              </a:ext>
            </a:extLst>
          </p:cNvPr>
          <p:cNvGrpSpPr/>
          <p:nvPr/>
        </p:nvGrpSpPr>
        <p:grpSpPr>
          <a:xfrm>
            <a:off x="2674891" y="3927004"/>
            <a:ext cx="1264373" cy="622278"/>
            <a:chOff x="-546660" y="1965612"/>
            <a:chExt cx="1264373" cy="62227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7D9C47-FDDC-4A2F-AD8E-39737F3124FF}"/>
                </a:ext>
              </a:extLst>
            </p:cNvPr>
            <p:cNvSpPr txBox="1"/>
            <p:nvPr/>
          </p:nvSpPr>
          <p:spPr>
            <a:xfrm>
              <a:off x="241301" y="221855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3.1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DD56AEF-0D16-446F-98DA-67DD3695CA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6660" y="1965612"/>
              <a:ext cx="797500" cy="3778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2ED54DC-6F41-4244-9F88-94F65B991FE9}"/>
              </a:ext>
            </a:extLst>
          </p:cNvPr>
          <p:cNvGrpSpPr/>
          <p:nvPr/>
        </p:nvGrpSpPr>
        <p:grpSpPr>
          <a:xfrm>
            <a:off x="4681431" y="2859057"/>
            <a:ext cx="5020491" cy="3011117"/>
            <a:chOff x="4681431" y="2859057"/>
            <a:chExt cx="5020491" cy="301111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F2CB4D5-E943-4D48-934C-8224E65CC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28920" y="2859057"/>
              <a:ext cx="2973002" cy="301111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82790DD-02C2-4F3E-86CF-3C8D00473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81431" y="2859057"/>
              <a:ext cx="3068290" cy="30111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150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4A9F7-A8C8-47B6-BB61-A94976954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25" y="1871551"/>
            <a:ext cx="2089890" cy="4352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BB617-93E3-2B44-9021-12EABBD0C2AD}"/>
              </a:ext>
            </a:extLst>
          </p:cNvPr>
          <p:cNvSpPr txBox="1"/>
          <p:nvPr/>
        </p:nvSpPr>
        <p:spPr>
          <a:xfrm>
            <a:off x="4621342" y="1785449"/>
            <a:ext cx="6732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b="1">
                <a:ea typeface="Calibri" panose="020F0502020204030204" pitchFamily="34" charset="0"/>
              </a:rPr>
              <a:t>3.2. Banner Game 2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“GAME 2”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“+20 điểm”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“Bộ ba dưỡng chất vàng”</a:t>
            </a:r>
            <a:br>
              <a:rPr lang="en-US">
                <a:ea typeface="Calibri" panose="020F0502020204030204" pitchFamily="34" charset="0"/>
              </a:rPr>
            </a:br>
            <a:r>
              <a:rPr lang="en-US">
                <a:ea typeface="Calibri" panose="020F0502020204030204" pitchFamily="34" charset="0"/>
              </a:rPr>
              <a:t>+ Icon DHA, Vitamin E, Lutein, IQ Plus</a:t>
            </a:r>
            <a:endParaRPr lang="en-US" sz="1800">
              <a:effectLst/>
              <a:ea typeface="Calibri" panose="020F0502020204030204" pitchFamily="34" charset="0"/>
            </a:endParaRP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800">
              <a:effectLst/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E6F421-2013-4086-8C3B-EC54840D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/>
              <a:t>Giao diện màn hình danh sách game</a:t>
            </a:r>
            <a:endParaRPr lang="en-US" b="1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443801-B486-41EB-8CB6-DADA938A790D}"/>
              </a:ext>
            </a:extLst>
          </p:cNvPr>
          <p:cNvGrpSpPr/>
          <p:nvPr/>
        </p:nvGrpSpPr>
        <p:grpSpPr>
          <a:xfrm>
            <a:off x="2674891" y="4841404"/>
            <a:ext cx="1264373" cy="622278"/>
            <a:chOff x="-546660" y="1965612"/>
            <a:chExt cx="1264373" cy="62227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7D9C47-FDDC-4A2F-AD8E-39737F3124FF}"/>
                </a:ext>
              </a:extLst>
            </p:cNvPr>
            <p:cNvSpPr txBox="1"/>
            <p:nvPr/>
          </p:nvSpPr>
          <p:spPr>
            <a:xfrm>
              <a:off x="241301" y="2218558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3.2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DD56AEF-0D16-446F-98DA-67DD3695CA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6660" y="1965612"/>
              <a:ext cx="797500" cy="3778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FE0302-7F93-4E46-8785-7D242C2449C6}"/>
              </a:ext>
            </a:extLst>
          </p:cNvPr>
          <p:cNvGrpSpPr/>
          <p:nvPr/>
        </p:nvGrpSpPr>
        <p:grpSpPr>
          <a:xfrm>
            <a:off x="4569529" y="3362325"/>
            <a:ext cx="3330646" cy="3202320"/>
            <a:chOff x="8613371" y="2827033"/>
            <a:chExt cx="3330646" cy="320232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0E1E881-3316-4C58-8BB3-1660103EF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45923" y="2827033"/>
              <a:ext cx="3265542" cy="3141902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C6461A3-FCA7-4F8D-8439-08153E0FDDB0}"/>
                </a:ext>
              </a:extLst>
            </p:cNvPr>
            <p:cNvGrpSpPr/>
            <p:nvPr/>
          </p:nvGrpSpPr>
          <p:grpSpPr>
            <a:xfrm>
              <a:off x="8613371" y="2827033"/>
              <a:ext cx="3330646" cy="3202320"/>
              <a:chOff x="7780007" y="1466474"/>
              <a:chExt cx="3330646" cy="320232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90AC042-2CFE-40B4-A671-4C38EC83F4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93444" y="1466474"/>
                <a:ext cx="1317209" cy="1317209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2902E85-F6CA-4CF3-9058-00D831D79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12773" y="3300251"/>
                <a:ext cx="1368543" cy="136854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957E93B-0C4B-47EB-ABD8-F0D8EB0C4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80007" y="1793433"/>
                <a:ext cx="1325563" cy="1325563"/>
              </a:xfrm>
              <a:prstGeom prst="rect">
                <a:avLst/>
              </a:prstGeom>
            </p:spPr>
          </p:pic>
        </p:grp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274922E-7EAF-4C60-ABD9-A3490679E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7837" y="4038534"/>
            <a:ext cx="23431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48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165</Words>
  <Application>Microsoft Office PowerPoint</Application>
  <PresentationFormat>Widescreen</PresentationFormat>
  <Paragraphs>18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GIAO DIỆN MÀN HÌNH DANH SÁCH GAME</vt:lpstr>
      <vt:lpstr>Màn hình chính Hub</vt:lpstr>
      <vt:lpstr>Giao diện màn hình danh sách game</vt:lpstr>
      <vt:lpstr>Giao diện màn hình danh sách game</vt:lpstr>
      <vt:lpstr>Giao diện màn hình danh sách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BẢNG THÀNH TÍCH  VÀ XẾP HẠNG</dc:title>
  <dc:creator>Nguyễn Quốc Tuấn</dc:creator>
  <cp:lastModifiedBy> </cp:lastModifiedBy>
  <cp:revision>69</cp:revision>
  <dcterms:created xsi:type="dcterms:W3CDTF">2021-02-24T07:50:46Z</dcterms:created>
  <dcterms:modified xsi:type="dcterms:W3CDTF">2021-03-22T02:18:20Z</dcterms:modified>
</cp:coreProperties>
</file>