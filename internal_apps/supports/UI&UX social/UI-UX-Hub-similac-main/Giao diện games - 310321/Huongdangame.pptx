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3" r:id="rId2"/>
  </p:sldMasterIdLst>
  <p:notesMasterIdLst>
    <p:notesMasterId r:id="rId8"/>
  </p:notesMasterIdLst>
  <p:handoutMasterIdLst>
    <p:handoutMasterId r:id="rId9"/>
  </p:handoutMasterIdLst>
  <p:sldIdLst>
    <p:sldId id="1681" r:id="rId3"/>
    <p:sldId id="1691" r:id="rId4"/>
    <p:sldId id="1692" r:id="rId5"/>
    <p:sldId id="1682" r:id="rId6"/>
    <p:sldId id="37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uốc Khang" initials="QK" lastIdx="1" clrIdx="0">
    <p:extLst>
      <p:ext uri="{19B8F6BF-5375-455C-9EA6-DF929625EA0E}">
        <p15:presenceInfo xmlns:p15="http://schemas.microsoft.com/office/powerpoint/2012/main" userId="d9e7dabe405702f5" providerId="Windows Live"/>
      </p:ext>
    </p:extLst>
  </p:cmAuthor>
  <p:cmAuthor id="2" name="Đào Thị Hồng Đang" initials="ĐTHĐ" lastIdx="15" clrIdx="1">
    <p:extLst>
      <p:ext uri="{19B8F6BF-5375-455C-9EA6-DF929625EA0E}">
        <p15:presenceInfo xmlns:p15="http://schemas.microsoft.com/office/powerpoint/2012/main" userId="Đào Thị Hồng Đang" providerId="None"/>
      </p:ext>
    </p:extLst>
  </p:cmAuthor>
  <p:cmAuthor id="3" name="Võ Quốc Khang" initials="VQK" lastIdx="10" clrIdx="2">
    <p:extLst>
      <p:ext uri="{19B8F6BF-5375-455C-9EA6-DF929625EA0E}">
        <p15:presenceInfo xmlns:p15="http://schemas.microsoft.com/office/powerpoint/2012/main" userId="Võ Quốc Khang" providerId="None"/>
      </p:ext>
    </p:extLst>
  </p:cmAuthor>
  <p:cmAuthor id="4" name="Pham, Thi Anh Xuan" initials="PTAX" lastIdx="8" clrIdx="3">
    <p:extLst>
      <p:ext uri="{19B8F6BF-5375-455C-9EA6-DF929625EA0E}">
        <p15:presenceInfo xmlns:p15="http://schemas.microsoft.com/office/powerpoint/2012/main" userId="S::thianhxuan.pham@abbott.com::d3057f02-314d-4090-95af-d0c86a15bf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5595"/>
    <a:srgbClr val="EEB022"/>
    <a:srgbClr val="8BD4FF"/>
    <a:srgbClr val="E6E6E6"/>
    <a:srgbClr val="0072B7"/>
    <a:srgbClr val="184587"/>
    <a:srgbClr val="124083"/>
    <a:srgbClr val="FFFFFF"/>
    <a:srgbClr val="82CDFE"/>
    <a:srgbClr val="F7F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17" autoAdjust="0"/>
    <p:restoredTop sz="90590" autoAdjust="0"/>
  </p:normalViewPr>
  <p:slideViewPr>
    <p:cSldViewPr snapToGrid="0" showGuides="1">
      <p:cViewPr>
        <p:scale>
          <a:sx n="126" d="100"/>
          <a:sy n="126" d="100"/>
        </p:scale>
        <p:origin x="-208" y="136"/>
      </p:cViewPr>
      <p:guideLst>
        <p:guide orient="horz" pos="2112"/>
        <p:guide pos="386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640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m, Thi Anh Xuan" userId="d3057f02-314d-4090-95af-d0c86a15bf02" providerId="ADAL" clId="{8A356A5F-1D82-454C-9CF8-51242F9B0E55}"/>
    <pc:docChg chg="undo delSld modSld">
      <pc:chgData name="Pham, Thi Anh Xuan" userId="d3057f02-314d-4090-95af-d0c86a15bf02" providerId="ADAL" clId="{8A356A5F-1D82-454C-9CF8-51242F9B0E55}" dt="2021-03-30T04:47:11.887" v="45" actId="2696"/>
      <pc:docMkLst>
        <pc:docMk/>
      </pc:docMkLst>
      <pc:sldChg chg="del">
        <pc:chgData name="Pham, Thi Anh Xuan" userId="d3057f02-314d-4090-95af-d0c86a15bf02" providerId="ADAL" clId="{8A356A5F-1D82-454C-9CF8-51242F9B0E55}" dt="2021-03-30T04:44:12.362" v="0" actId="2696"/>
        <pc:sldMkLst>
          <pc:docMk/>
          <pc:sldMk cId="3483843595" sldId="258"/>
        </pc:sldMkLst>
      </pc:sldChg>
      <pc:sldChg chg="del">
        <pc:chgData name="Pham, Thi Anh Xuan" userId="d3057f02-314d-4090-95af-d0c86a15bf02" providerId="ADAL" clId="{8A356A5F-1D82-454C-9CF8-51242F9B0E55}" dt="2021-03-30T04:44:12.603" v="11" actId="2696"/>
        <pc:sldMkLst>
          <pc:docMk/>
          <pc:sldMk cId="3068151451" sldId="298"/>
        </pc:sldMkLst>
      </pc:sldChg>
      <pc:sldChg chg="del">
        <pc:chgData name="Pham, Thi Anh Xuan" userId="d3057f02-314d-4090-95af-d0c86a15bf02" providerId="ADAL" clId="{8A356A5F-1D82-454C-9CF8-51242F9B0E55}" dt="2021-03-30T04:44:12.418" v="4" actId="2696"/>
        <pc:sldMkLst>
          <pc:docMk/>
          <pc:sldMk cId="2043226242" sldId="309"/>
        </pc:sldMkLst>
      </pc:sldChg>
      <pc:sldChg chg="del">
        <pc:chgData name="Pham, Thi Anh Xuan" userId="d3057f02-314d-4090-95af-d0c86a15bf02" providerId="ADAL" clId="{8A356A5F-1D82-454C-9CF8-51242F9B0E55}" dt="2021-03-30T04:44:12.687" v="16" actId="2696"/>
        <pc:sldMkLst>
          <pc:docMk/>
          <pc:sldMk cId="1530549088" sldId="317"/>
        </pc:sldMkLst>
      </pc:sldChg>
      <pc:sldChg chg="del">
        <pc:chgData name="Pham, Thi Anh Xuan" userId="d3057f02-314d-4090-95af-d0c86a15bf02" providerId="ADAL" clId="{8A356A5F-1D82-454C-9CF8-51242F9B0E55}" dt="2021-03-30T04:44:12.650" v="13" actId="2696"/>
        <pc:sldMkLst>
          <pc:docMk/>
          <pc:sldMk cId="4058363128" sldId="320"/>
        </pc:sldMkLst>
      </pc:sldChg>
      <pc:sldChg chg="del">
        <pc:chgData name="Pham, Thi Anh Xuan" userId="d3057f02-314d-4090-95af-d0c86a15bf02" providerId="ADAL" clId="{8A356A5F-1D82-454C-9CF8-51242F9B0E55}" dt="2021-03-30T04:44:12.549" v="9" actId="2696"/>
        <pc:sldMkLst>
          <pc:docMk/>
          <pc:sldMk cId="990510567" sldId="324"/>
        </pc:sldMkLst>
      </pc:sldChg>
      <pc:sldChg chg="del">
        <pc:chgData name="Pham, Thi Anh Xuan" userId="d3057f02-314d-4090-95af-d0c86a15bf02" providerId="ADAL" clId="{8A356A5F-1D82-454C-9CF8-51242F9B0E55}" dt="2021-03-30T04:44:12.719" v="17" actId="2696"/>
        <pc:sldMkLst>
          <pc:docMk/>
          <pc:sldMk cId="322327276" sldId="326"/>
        </pc:sldMkLst>
      </pc:sldChg>
      <pc:sldChg chg="del">
        <pc:chgData name="Pham, Thi Anh Xuan" userId="d3057f02-314d-4090-95af-d0c86a15bf02" providerId="ADAL" clId="{8A356A5F-1D82-454C-9CF8-51242F9B0E55}" dt="2021-03-30T04:44:12.750" v="19" actId="2696"/>
        <pc:sldMkLst>
          <pc:docMk/>
          <pc:sldMk cId="3589685218" sldId="329"/>
        </pc:sldMkLst>
      </pc:sldChg>
      <pc:sldChg chg="del">
        <pc:chgData name="Pham, Thi Anh Xuan" userId="d3057f02-314d-4090-95af-d0c86a15bf02" providerId="ADAL" clId="{8A356A5F-1D82-454C-9CF8-51242F9B0E55}" dt="2021-03-30T04:44:12.681" v="15" actId="2696"/>
        <pc:sldMkLst>
          <pc:docMk/>
          <pc:sldMk cId="518403296" sldId="330"/>
        </pc:sldMkLst>
      </pc:sldChg>
      <pc:sldChg chg="del">
        <pc:chgData name="Pham, Thi Anh Xuan" userId="d3057f02-314d-4090-95af-d0c86a15bf02" providerId="ADAL" clId="{8A356A5F-1D82-454C-9CF8-51242F9B0E55}" dt="2021-03-30T04:44:12.634" v="12" actId="2696"/>
        <pc:sldMkLst>
          <pc:docMk/>
          <pc:sldMk cId="2729917890" sldId="332"/>
        </pc:sldMkLst>
      </pc:sldChg>
      <pc:sldChg chg="del">
        <pc:chgData name="Pham, Thi Anh Xuan" userId="d3057f02-314d-4090-95af-d0c86a15bf02" providerId="ADAL" clId="{8A356A5F-1D82-454C-9CF8-51242F9B0E55}" dt="2021-03-30T04:44:12.665" v="14" actId="2696"/>
        <pc:sldMkLst>
          <pc:docMk/>
          <pc:sldMk cId="1133073446" sldId="333"/>
        </pc:sldMkLst>
      </pc:sldChg>
      <pc:sldChg chg="del">
        <pc:chgData name="Pham, Thi Anh Xuan" userId="d3057f02-314d-4090-95af-d0c86a15bf02" providerId="ADAL" clId="{8A356A5F-1D82-454C-9CF8-51242F9B0E55}" dt="2021-03-30T04:44:12.734" v="18" actId="2696"/>
        <pc:sldMkLst>
          <pc:docMk/>
          <pc:sldMk cId="3123111203" sldId="335"/>
        </pc:sldMkLst>
      </pc:sldChg>
      <pc:sldChg chg="del">
        <pc:chgData name="Pham, Thi Anh Xuan" userId="d3057f02-314d-4090-95af-d0c86a15bf02" providerId="ADAL" clId="{8A356A5F-1D82-454C-9CF8-51242F9B0E55}" dt="2021-03-30T04:47:11.775" v="41" actId="2696"/>
        <pc:sldMkLst>
          <pc:docMk/>
          <pc:sldMk cId="3303395351" sldId="339"/>
        </pc:sldMkLst>
      </pc:sldChg>
      <pc:sldChg chg="del">
        <pc:chgData name="Pham, Thi Anh Xuan" userId="d3057f02-314d-4090-95af-d0c86a15bf02" providerId="ADAL" clId="{8A356A5F-1D82-454C-9CF8-51242F9B0E55}" dt="2021-03-30T04:47:11.826" v="42" actId="2696"/>
        <pc:sldMkLst>
          <pc:docMk/>
          <pc:sldMk cId="194452746" sldId="340"/>
        </pc:sldMkLst>
      </pc:sldChg>
      <pc:sldChg chg="del">
        <pc:chgData name="Pham, Thi Anh Xuan" userId="d3057f02-314d-4090-95af-d0c86a15bf02" providerId="ADAL" clId="{8A356A5F-1D82-454C-9CF8-51242F9B0E55}" dt="2021-03-30T04:47:11.844" v="43" actId="2696"/>
        <pc:sldMkLst>
          <pc:docMk/>
          <pc:sldMk cId="1217267688" sldId="344"/>
        </pc:sldMkLst>
      </pc:sldChg>
      <pc:sldChg chg="del">
        <pc:chgData name="Pham, Thi Anh Xuan" userId="d3057f02-314d-4090-95af-d0c86a15bf02" providerId="ADAL" clId="{8A356A5F-1D82-454C-9CF8-51242F9B0E55}" dt="2021-03-30T04:44:12.565" v="10" actId="2696"/>
        <pc:sldMkLst>
          <pc:docMk/>
          <pc:sldMk cId="3766050793" sldId="346"/>
        </pc:sldMkLst>
      </pc:sldChg>
      <pc:sldChg chg="del">
        <pc:chgData name="Pham, Thi Anh Xuan" userId="d3057f02-314d-4090-95af-d0c86a15bf02" providerId="ADAL" clId="{8A356A5F-1D82-454C-9CF8-51242F9B0E55}" dt="2021-03-30T04:47:11.887" v="45" actId="2696"/>
        <pc:sldMkLst>
          <pc:docMk/>
          <pc:sldMk cId="258101429" sldId="351"/>
        </pc:sldMkLst>
      </pc:sldChg>
      <pc:sldChg chg="del">
        <pc:chgData name="Pham, Thi Anh Xuan" userId="d3057f02-314d-4090-95af-d0c86a15bf02" providerId="ADAL" clId="{8A356A5F-1D82-454C-9CF8-51242F9B0E55}" dt="2021-03-30T04:44:12.487" v="6" actId="2696"/>
        <pc:sldMkLst>
          <pc:docMk/>
          <pc:sldMk cId="2017177845" sldId="359"/>
        </pc:sldMkLst>
      </pc:sldChg>
      <pc:sldChg chg="del">
        <pc:chgData name="Pham, Thi Anh Xuan" userId="d3057f02-314d-4090-95af-d0c86a15bf02" providerId="ADAL" clId="{8A356A5F-1D82-454C-9CF8-51242F9B0E55}" dt="2021-03-30T04:44:12.518" v="8" actId="2696"/>
        <pc:sldMkLst>
          <pc:docMk/>
          <pc:sldMk cId="3244173630" sldId="362"/>
        </pc:sldMkLst>
      </pc:sldChg>
      <pc:sldChg chg="del">
        <pc:chgData name="Pham, Thi Anh Xuan" userId="d3057f02-314d-4090-95af-d0c86a15bf02" providerId="ADAL" clId="{8A356A5F-1D82-454C-9CF8-51242F9B0E55}" dt="2021-03-30T04:44:12.518" v="7" actId="2696"/>
        <pc:sldMkLst>
          <pc:docMk/>
          <pc:sldMk cId="1169435006" sldId="363"/>
        </pc:sldMkLst>
      </pc:sldChg>
      <pc:sldChg chg="del">
        <pc:chgData name="Pham, Thi Anh Xuan" userId="d3057f02-314d-4090-95af-d0c86a15bf02" providerId="ADAL" clId="{8A356A5F-1D82-454C-9CF8-51242F9B0E55}" dt="2021-03-30T04:47:11.869" v="44" actId="2696"/>
        <pc:sldMkLst>
          <pc:docMk/>
          <pc:sldMk cId="3568527953" sldId="365"/>
        </pc:sldMkLst>
      </pc:sldChg>
      <pc:sldChg chg="del">
        <pc:chgData name="Pham, Thi Anh Xuan" userId="d3057f02-314d-4090-95af-d0c86a15bf02" providerId="ADAL" clId="{8A356A5F-1D82-454C-9CF8-51242F9B0E55}" dt="2021-03-30T04:44:12.449" v="5" actId="2696"/>
        <pc:sldMkLst>
          <pc:docMk/>
          <pc:sldMk cId="50649957" sldId="370"/>
        </pc:sldMkLst>
      </pc:sldChg>
      <pc:sldChg chg="del">
        <pc:chgData name="Pham, Thi Anh Xuan" userId="d3057f02-314d-4090-95af-d0c86a15bf02" providerId="ADAL" clId="{8A356A5F-1D82-454C-9CF8-51242F9B0E55}" dt="2021-03-30T04:44:12.362" v="1" actId="2696"/>
        <pc:sldMkLst>
          <pc:docMk/>
          <pc:sldMk cId="1858745636" sldId="371"/>
        </pc:sldMkLst>
      </pc:sldChg>
      <pc:sldChg chg="del">
        <pc:chgData name="Pham, Thi Anh Xuan" userId="d3057f02-314d-4090-95af-d0c86a15bf02" providerId="ADAL" clId="{8A356A5F-1D82-454C-9CF8-51242F9B0E55}" dt="2021-03-30T04:44:12.387" v="3" actId="2696"/>
        <pc:sldMkLst>
          <pc:docMk/>
          <pc:sldMk cId="1850452892" sldId="375"/>
        </pc:sldMkLst>
      </pc:sldChg>
      <pc:sldChg chg="addCm delCm modCm">
        <pc:chgData name="Pham, Thi Anh Xuan" userId="d3057f02-314d-4090-95af-d0c86a15bf02" providerId="ADAL" clId="{8A356A5F-1D82-454C-9CF8-51242F9B0E55}" dt="2021-03-30T04:47:02.950" v="40"/>
        <pc:sldMkLst>
          <pc:docMk/>
          <pc:sldMk cId="1893264716" sldId="376"/>
        </pc:sldMkLst>
      </pc:sldChg>
      <pc:sldChg chg="addCm modCm">
        <pc:chgData name="Pham, Thi Anh Xuan" userId="d3057f02-314d-4090-95af-d0c86a15bf02" providerId="ADAL" clId="{8A356A5F-1D82-454C-9CF8-51242F9B0E55}" dt="2021-03-30T04:45:12.495" v="24"/>
        <pc:sldMkLst>
          <pc:docMk/>
          <pc:sldMk cId="3537598101" sldId="1681"/>
        </pc:sldMkLst>
      </pc:sldChg>
      <pc:sldChg chg="addCm modCm">
        <pc:chgData name="Pham, Thi Anh Xuan" userId="d3057f02-314d-4090-95af-d0c86a15bf02" providerId="ADAL" clId="{8A356A5F-1D82-454C-9CF8-51242F9B0E55}" dt="2021-03-30T04:46:33.343" v="35"/>
        <pc:sldMkLst>
          <pc:docMk/>
          <pc:sldMk cId="1999156138" sldId="1682"/>
        </pc:sldMkLst>
      </pc:sldChg>
      <pc:sldChg chg="addCm modCm">
        <pc:chgData name="Pham, Thi Anh Xuan" userId="d3057f02-314d-4090-95af-d0c86a15bf02" providerId="ADAL" clId="{8A356A5F-1D82-454C-9CF8-51242F9B0E55}" dt="2021-03-30T04:45:42.651" v="28"/>
        <pc:sldMkLst>
          <pc:docMk/>
          <pc:sldMk cId="2871531746" sldId="1691"/>
        </pc:sldMkLst>
      </pc:sldChg>
      <pc:sldChg chg="modSp addCm modCm">
        <pc:chgData name="Pham, Thi Anh Xuan" userId="d3057f02-314d-4090-95af-d0c86a15bf02" providerId="ADAL" clId="{8A356A5F-1D82-454C-9CF8-51242F9B0E55}" dt="2021-03-30T04:46:15.644" v="33"/>
        <pc:sldMkLst>
          <pc:docMk/>
          <pc:sldMk cId="3923050741" sldId="1692"/>
        </pc:sldMkLst>
        <pc:spChg chg="mod">
          <ac:chgData name="Pham, Thi Anh Xuan" userId="d3057f02-314d-4090-95af-d0c86a15bf02" providerId="ADAL" clId="{8A356A5F-1D82-454C-9CF8-51242F9B0E55}" dt="2021-03-30T04:45:48.803" v="31" actId="1076"/>
          <ac:spMkLst>
            <pc:docMk/>
            <pc:sldMk cId="3923050741" sldId="1692"/>
            <ac:spMk id="28" creationId="{442F093E-2B69-4256-BE37-64ED646D468E}"/>
          </ac:spMkLst>
        </pc:spChg>
      </pc:sldChg>
      <pc:sldMasterChg chg="delSldLayout">
        <pc:chgData name="Pham, Thi Anh Xuan" userId="d3057f02-314d-4090-95af-d0c86a15bf02" providerId="ADAL" clId="{8A356A5F-1D82-454C-9CF8-51242F9B0E55}" dt="2021-03-30T04:44:12.362" v="2" actId="2696"/>
        <pc:sldMasterMkLst>
          <pc:docMk/>
          <pc:sldMasterMk cId="1856497231" sldId="2147483713"/>
        </pc:sldMasterMkLst>
        <pc:sldLayoutChg chg="del">
          <pc:chgData name="Pham, Thi Anh Xuan" userId="d3057f02-314d-4090-95af-d0c86a15bf02" providerId="ADAL" clId="{8A356A5F-1D82-454C-9CF8-51242F9B0E55}" dt="2021-03-30T04:44:12.362" v="2" actId="2696"/>
          <pc:sldLayoutMkLst>
            <pc:docMk/>
            <pc:sldMasterMk cId="1856497231" sldId="2147483713"/>
            <pc:sldLayoutMk cId="1448535369" sldId="2147483725"/>
          </pc:sldLayoutMkLst>
        </pc:sldLayoutChg>
      </pc:sldMaster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4" dt="2021-03-30T11:45:20.185" idx="3">
    <p:pos x="5187" y="1627"/>
    <p:text>Thay đổi design chỗ này</p:text>
    <p:extLst>
      <p:ext uri="{C676402C-5697-4E1C-873F-D02D1690AC5C}">
        <p15:threadingInfo xmlns:p15="http://schemas.microsoft.com/office/powerpoint/2012/main" timeZoneBias="-420"/>
      </p:ext>
    </p:extLst>
  </p:cm>
  <p:cm authorId="4" dt="2021-03-30T11:45:27.282" idx="4">
    <p:pos x="6082" y="2328"/>
    <p:text>bấm vào đây link lại slide 5</p:text>
    <p:extLst>
      <p:ext uri="{C676402C-5697-4E1C-873F-D02D1690AC5C}">
        <p15:threadingInfo xmlns:p15="http://schemas.microsoft.com/office/powerpoint/2012/main" timeZoneBias="-4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4" dt="2021-03-30T11:46:19.961" idx="6">
    <p:pos x="926" y="1106"/>
    <p:text>Dùng KV này. check link trong email đính kèm</p:text>
    <p:extLst>
      <p:ext uri="{C676402C-5697-4E1C-873F-D02D1690AC5C}">
        <p15:threadingInfo xmlns:p15="http://schemas.microsoft.com/office/powerpoint/2012/main" timeZoneBias="-42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4" dt="2021-03-30T11:46:37.515" idx="7">
    <p:pos x="5263" y="946"/>
    <p:text>Chỗ này hình như bên Zalo chưa develop, em check thử, nếu chưa thì adapt giống design chiến thắng bên kia</p:text>
    <p:extLst>
      <p:ext uri="{C676402C-5697-4E1C-873F-D02D1690AC5C}">
        <p15:threadingInfo xmlns:p15="http://schemas.microsoft.com/office/powerpoint/2012/main" timeZoneBias="-42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BC0F8-B952-43EC-8F4E-E042E0F19875}" type="datetimeFigureOut">
              <a:rPr lang="en-US" smtClean="0"/>
              <a:t>3/31/21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F48704-FF6E-4C0F-B01E-5EF1083F4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53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EB0FD-0BFE-49B2-9410-ED788C13CB6C}" type="datetimeFigureOut">
              <a:rPr lang="en-US" smtClean="0"/>
              <a:t>3/31/21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E9C67-9B0D-4052-8B68-6B829275B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8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00" y="86625"/>
            <a:ext cx="10972800" cy="465805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87" y="891139"/>
            <a:ext cx="10972800" cy="4830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149D-5C2B-41FB-B9CB-F90C3B7E8634}" type="datetimeFigureOut">
              <a:rPr lang="en-US" smtClean="0"/>
              <a:pPr/>
              <a:t>3/31/21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4"/>
          </a:xfrm>
          <a:prstGeom prst="rect">
            <a:avLst/>
          </a:prstGeom>
        </p:spPr>
        <p:txBody>
          <a:bodyPr/>
          <a:lstStyle/>
          <a:p>
            <a:fld id="{2477B9BA-BA1B-47B5-B1AF-675EAC6D8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7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650029"/>
            <a:ext cx="12192000" cy="1207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836" y="2029095"/>
            <a:ext cx="10363200" cy="1362075"/>
          </a:xfrm>
        </p:spPr>
        <p:txBody>
          <a:bodyPr anchor="t"/>
          <a:lstStyle>
            <a:lvl1pPr algn="ctr">
              <a:defRPr sz="4800" b="1" cap="all">
                <a:solidFill>
                  <a:srgbClr val="064E8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0836" y="1537354"/>
            <a:ext cx="10363200" cy="491740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rgbClr val="4C5CA7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650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0" y="-1"/>
            <a:ext cx="12262584" cy="6858001"/>
            <a:chOff x="0" y="-1"/>
            <a:chExt cx="12262584" cy="6858001"/>
          </a:xfrm>
        </p:grpSpPr>
        <p:sp>
          <p:nvSpPr>
            <p:cNvPr id="10" name="Rectangle 9"/>
            <p:cNvSpPr/>
            <p:nvPr userDrawn="1"/>
          </p:nvSpPr>
          <p:spPr>
            <a:xfrm>
              <a:off x="0" y="-1"/>
              <a:ext cx="12192000" cy="68580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/>
            <p:cNvSpPr/>
            <p:nvPr userDrawn="1"/>
          </p:nvSpPr>
          <p:spPr>
            <a:xfrm flipV="1">
              <a:off x="19249" y="-1"/>
              <a:ext cx="12243335" cy="1212783"/>
            </a:xfrm>
            <a:prstGeom prst="triangle">
              <a:avLst>
                <a:gd name="adj" fmla="val 49920"/>
              </a:avLst>
            </a:prstGeom>
            <a:solidFill>
              <a:srgbClr val="2D33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5" y="67226"/>
            <a:ext cx="12191999" cy="915870"/>
          </a:xfrm>
        </p:spPr>
        <p:txBody>
          <a:bodyPr anchor="t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F1D6A8-7575-43B8-BF14-0F65A82DE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52" r="1301" b="12575"/>
          <a:stretch/>
        </p:blipFill>
        <p:spPr>
          <a:xfrm>
            <a:off x="4901067" y="6028313"/>
            <a:ext cx="2633700" cy="74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003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3" y="1421674"/>
            <a:ext cx="5130797" cy="46830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4400" y="1412967"/>
            <a:ext cx="5537197" cy="46830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149D-5C2B-41FB-B9CB-F90C3B7E8634}" type="datetimeFigureOut">
              <a:rPr lang="en-US" smtClean="0"/>
              <a:pPr/>
              <a:t>3/31/21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4"/>
          </a:xfrm>
          <a:prstGeom prst="rect">
            <a:avLst/>
          </a:prstGeom>
        </p:spPr>
        <p:txBody>
          <a:bodyPr/>
          <a:lstStyle/>
          <a:p>
            <a:fld id="{2477B9BA-BA1B-47B5-B1AF-675EAC6D861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6A6886-9A43-4793-86E5-050C9BCB6E91}"/>
              </a:ext>
            </a:extLst>
          </p:cNvPr>
          <p:cNvCxnSpPr>
            <a:cxnSpLocks/>
          </p:cNvCxnSpPr>
          <p:nvPr userDrawn="1"/>
        </p:nvCxnSpPr>
        <p:spPr>
          <a:xfrm>
            <a:off x="574765" y="1221378"/>
            <a:ext cx="11074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184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149D-5C2B-41FB-B9CB-F90C3B7E8634}" type="datetimeFigureOut">
              <a:rPr lang="en-US" smtClean="0"/>
              <a:pPr/>
              <a:t>3/31/21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4"/>
          </a:xfrm>
          <a:prstGeom prst="rect">
            <a:avLst/>
          </a:prstGeom>
        </p:spPr>
        <p:txBody>
          <a:bodyPr/>
          <a:lstStyle/>
          <a:p>
            <a:fld id="{2477B9BA-BA1B-47B5-B1AF-675EAC6D8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671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53" y="67375"/>
            <a:ext cx="10974053" cy="52488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3360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149D-5C2B-41FB-B9CB-F90C3B7E8634}" type="datetimeFigureOut">
              <a:rPr lang="en-US" smtClean="0"/>
              <a:pPr/>
              <a:t>3/31/21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4"/>
          </a:xfrm>
          <a:prstGeom prst="rect">
            <a:avLst/>
          </a:prstGeom>
        </p:spPr>
        <p:txBody>
          <a:bodyPr/>
          <a:lstStyle/>
          <a:p>
            <a:fld id="{2477B9BA-BA1B-47B5-B1AF-675EAC6D8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53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0"/>
          </a:xfrm>
        </p:spPr>
        <p:txBody>
          <a:bodyPr anchor="b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5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149D-5C2B-41FB-B9CB-F90C3B7E8634}" type="datetimeFigureOut">
              <a:rPr lang="en-US" smtClean="0"/>
              <a:pPr/>
              <a:t>3/31/21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4"/>
          </a:xfrm>
          <a:prstGeom prst="rect">
            <a:avLst/>
          </a:prstGeom>
        </p:spPr>
        <p:txBody>
          <a:bodyPr/>
          <a:lstStyle/>
          <a:p>
            <a:fld id="{2477B9BA-BA1B-47B5-B1AF-675EAC6D8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621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149D-5C2B-41FB-B9CB-F90C3B7E8634}" type="datetimeFigureOut">
              <a:rPr lang="en-US" smtClean="0"/>
              <a:pPr/>
              <a:t>3/31/21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4"/>
          </a:xfrm>
          <a:prstGeom prst="rect">
            <a:avLst/>
          </a:prstGeom>
        </p:spPr>
        <p:txBody>
          <a:bodyPr/>
          <a:lstStyle/>
          <a:p>
            <a:fld id="{2477B9BA-BA1B-47B5-B1AF-675EAC6D8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49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131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C99D69F1-B0DA-3A4D-A983-AFC7B8692F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55030" y="2546008"/>
            <a:ext cx="13884204" cy="882997"/>
          </a:xfrm>
        </p:spPr>
        <p:txBody>
          <a:bodyPr anchor="b">
            <a:noAutofit/>
          </a:bodyPr>
          <a:lstStyle>
            <a:lvl1pPr algn="ctr">
              <a:defRPr sz="7200" b="1">
                <a:solidFill>
                  <a:srgbClr val="064E85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66727" y="3313089"/>
            <a:ext cx="9260810" cy="727063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D5B07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891A67B6-B8A4-4307-BA7B-CCF4CE1C60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6709" y="6201395"/>
            <a:ext cx="2122556" cy="52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27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9341-4082-4EEA-A888-5346D9C539A8}" type="datetimeFigureOut">
              <a:rPr lang="en-US" smtClean="0"/>
              <a:t>3/31/21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6070F-0D07-4D5C-BE9E-9C368D2209E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5C724-F95A-4752-9A6F-C7AF1B19BA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075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9341-4082-4EEA-A888-5346D9C539A8}" type="datetimeFigureOut">
              <a:rPr lang="en-US" smtClean="0"/>
              <a:t>3/31/21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6070F-0D07-4D5C-BE9E-9C368D2209E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5C724-F95A-4752-9A6F-C7AF1B19BA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607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253" y="0"/>
            <a:ext cx="10974053" cy="5248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0"/>
            <a:ext cx="10972800" cy="4830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1149D-5C2B-41FB-B9CB-F90C3B7E8634}" type="datetimeFigureOut">
              <a:rPr lang="en-US" smtClean="0"/>
              <a:pPr/>
              <a:t>3/31/21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1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21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726" r:id="rId10"/>
  </p:sldLayoutIdLst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rgbClr val="064E85"/>
          </a:solidFill>
          <a:latin typeface="+mn-lt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68325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tabLst>
          <a:tab pos="625475" algn="l"/>
        </a:tabLst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2001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57350" indent="-285750" algn="l" defTabSz="9144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89341-4082-4EEA-A888-5346D9C539A8}" type="datetimeFigureOut">
              <a:rPr lang="en-US" smtClean="0"/>
              <a:t>3/31/21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6070F-0D07-4D5C-BE9E-9C368D220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9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20" r:id="rId2"/>
    <p:sldLayoutId id="214748372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comments" Target="../comments/comment1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comments" Target="../comments/comment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4" Type="http://schemas.openxmlformats.org/officeDocument/2006/relationships/comments" Target="../comments/commen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74">
            <a:extLst>
              <a:ext uri="{FF2B5EF4-FFF2-40B4-BE49-F238E27FC236}">
                <a16:creationId xmlns:a16="http://schemas.microsoft.com/office/drawing/2014/main" id="{F5229F15-CD65-4841-ADCD-FEA9F4756FC6}"/>
              </a:ext>
            </a:extLst>
          </p:cNvPr>
          <p:cNvSpPr/>
          <p:nvPr/>
        </p:nvSpPr>
        <p:spPr>
          <a:xfrm>
            <a:off x="3747260" y="947857"/>
            <a:ext cx="3975444" cy="558800"/>
          </a:xfrm>
          <a:prstGeom prst="roundRect">
            <a:avLst/>
          </a:prstGeom>
          <a:solidFill>
            <a:srgbClr val="014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GAME 1: PHÂN LOẠI DƯỠNG CHẤT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C9B0694-3123-4704-85EF-4F9885DF5395}"/>
              </a:ext>
            </a:extLst>
          </p:cNvPr>
          <p:cNvSpPr txBox="1">
            <a:spLocks/>
          </p:cNvSpPr>
          <p:nvPr/>
        </p:nvSpPr>
        <p:spPr>
          <a:xfrm>
            <a:off x="333895" y="3952"/>
            <a:ext cx="10515600" cy="7870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noProof="0" dirty="0">
                <a:solidFill>
                  <a:prstClr val="white"/>
                </a:solidFill>
                <a:latin typeface="Century Gothic" panose="020B0502020202020204" pitchFamily="34" charset="0"/>
              </a:rPr>
              <a:t>MECHANIC – GAME 01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pic>
        <p:nvPicPr>
          <p:cNvPr id="27" name="Picture 2" descr="https://attachments.office.net/owa/dantl%40adtima.vn/service.svc/s/GetAttachmentThumbnail?id=AAMkADgwMjZkOWFhLTY4ODgtNDZmYS04MTRmLTczNDVmMTRkMDljNwBGAAAAAACyb8HNSzhRQr5EO%2FukrKebBwBmA5pb5KwFS7exn6yyoOMoAAAAAAEJAABmA5pb5KwFS7exn6yyoOMoAAHSX%2B%2BoAAABEgAQAPJCYh5%2FxIpNpuxIDTqYE9s%3D&amp;thumbnailType=2&amp;owa=outlook.office365.com&amp;scriptVer=2020062103.08&amp;X-OWA-CANARY=EUQo3bdyU0GdD-PIfdq02KBwU7EvH9gYJvt__wNhwY3-MXMF4_UxAIuVpEOyLbRhVxlk7pHTJbA.&amp;token=eyJhbGciOiJSUzI1NiIsImtpZCI6IjU2MzU4ODUyMzRCOTI1MkRERTAwNTc2NkQ5RDlGMjc2NTY1RjYzRTIiLCJ4NXQiOiJWaldJVWpTNUpTM2VBRmRtMmRueWRsWmZZLUkiLCJ0eXAiOiJKV1QifQ.eyJvcmlnaW4iOiJodHRwczovL291dGxvb2sub2ZmaWNlMzY1LmNvbSIsInVjIjoiMGQ0MzQzYmY4NWY0NGQ4ODkwOTFhNTJjNmY0OTc5MjciLCJzaWduaW5fc3RhdGUiOiJbXCJrbXNpXCJdIiwidmVyIjoiRXhjaGFuZ2UuQ2FsbGJhY2suVjEiLCJhcHBjdHhzZW5kZXIiOiJPd2FEb3dubG9hZEA3YzExMmE2ZS0xMGUyLTRlMDktYWZjNC0yZTM3YmM2MGQ4MjEiLCJpc3NyaW5nIjoiV1ciLCJhcHBjdHgiOiJ7XCJtc2V4Y2hwcm90XCI6XCJvd2FcIixcInByaW1hcnlzaWRcIjpcIlMtMS01LTIxLTk2NDU5MjQxOS0zMjQyNDI3ODIzLTU5OTAzMDkzNC0xNDcwMTE5NlwiLFwicHVpZFwiOlwiMTE1Mzk3NzAyNTc3NzQxNDIwNFwiLFwib2lkXCI6XCI5ZjQ4YTBkMC0xOGQzLTQyODItYjg2Yi1mOWJlYmE1ZTRlYzhcIixcInNjb3BlXCI6XCJPd2FEb3dubG9hZFwifSIsIm5iZiI6MTU5Mzc2Njc0NSwiZXhwIjoxNTkzNzY3MzQ1LCJpc3MiOiIwMDAwMDAwMi0wMDAwLTBmZjEtY2UwMC0wMDAwMDAwMDAwMDBAN2MxMTJhNmUtMTBlMi00ZTA5LWFmYzQtMmUzN2JjNjBkODIxIiwiYXVkIjoiMDAwMDAwMDItMDAwMC0wZmYxLWNlMDAtMDAwMDAwMDAwMDAwL2F0dGFjaG1lbnRzLm9mZmljZS5uZXRAN2MxMTJhNmUtMTBlMi00ZTA5LWFmYzQtMmUzN2JjNjBkODIxIiwiaGFwcCI6Im93YSJ9.ZAShI1lAI28rPVzcd3zSdUH28lbNZIsHJ4tBn0HgKb_r0hPnKQMIJy3RqMZlr1oM4mhaf0g5nF7hsApCuBnJwB6HYogzUyvDal7--jW23EaheSSY8dIfyTd2nzDo5fKJYi1TvOre53U_NxwT5sTzvxFn373JS942mSnuT8SH0llQgC0-ePu_743yoAQPdifOSYVo9g_pdOwq8g1IKEXK2N8KcvWAwn6TiYTWkZjaUj5wModOwjOZGdL9__bQnt5_vjmCIdW8GGqQXhDlwi-BDydofX28rSdEWKBj63yH4v-I1475cOwLKX7a5J2YaQy0J83Tr8xtEshqsZDGrFKWyw&amp;animation=true">
            <a:extLst>
              <a:ext uri="{FF2B5EF4-FFF2-40B4-BE49-F238E27FC236}">
                <a16:creationId xmlns:a16="http://schemas.microsoft.com/office/drawing/2014/main" id="{32AD32C3-CA2C-43EA-AF92-4410FAAF5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717129"/>
            <a:ext cx="2397381" cy="426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object 3">
            <a:extLst>
              <a:ext uri="{FF2B5EF4-FFF2-40B4-BE49-F238E27FC236}">
                <a16:creationId xmlns:a16="http://schemas.microsoft.com/office/drawing/2014/main" id="{442F093E-2B69-4256-BE37-64ED646D468E}"/>
              </a:ext>
            </a:extLst>
          </p:cNvPr>
          <p:cNvSpPr/>
          <p:nvPr/>
        </p:nvSpPr>
        <p:spPr>
          <a:xfrm>
            <a:off x="-9400" y="0"/>
            <a:ext cx="12192000" cy="769620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2CDF0F73-05DC-4F76-B52D-F010BF9B07F1}"/>
              </a:ext>
            </a:extLst>
          </p:cNvPr>
          <p:cNvSpPr txBox="1">
            <a:spLocks/>
          </p:cNvSpPr>
          <p:nvPr/>
        </p:nvSpPr>
        <p:spPr>
          <a:xfrm>
            <a:off x="335374" y="140335"/>
            <a:ext cx="10561226" cy="3999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entury Gothic"/>
                <a:ea typeface="+mj-ea"/>
                <a:cs typeface="Century Gothic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800" dirty="0">
                <a:solidFill>
                  <a:prstClr val="white"/>
                </a:solidFill>
                <a:latin typeface="Century Gothic" panose="020B0502020202020204" pitchFamily="34" charset="0"/>
              </a:rPr>
              <a:t>MECHANIC – GAME 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B68A61-6056-4660-8ED7-B6B8A3D24292}"/>
              </a:ext>
            </a:extLst>
          </p:cNvPr>
          <p:cNvSpPr txBox="1"/>
          <p:nvPr/>
        </p:nvSpPr>
        <p:spPr>
          <a:xfrm>
            <a:off x="5769741" y="2178707"/>
            <a:ext cx="1952963" cy="254049"/>
          </a:xfrm>
          <a:prstGeom prst="rect">
            <a:avLst/>
          </a:prstGeom>
          <a:solidFill>
            <a:srgbClr val="82CDFE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u="sng" dirty="0">
                <a:solidFill>
                  <a:srgbClr val="124083"/>
                </a:solidFill>
              </a:rPr>
              <a:t>H</a:t>
            </a:r>
            <a:r>
              <a:rPr lang="vi-VN" sz="1050" u="sng" dirty="0">
                <a:solidFill>
                  <a:srgbClr val="124083"/>
                </a:solidFill>
              </a:rPr>
              <a:t>ư</a:t>
            </a:r>
            <a:r>
              <a:rPr lang="en-US" sz="1050" u="sng" dirty="0" err="1">
                <a:solidFill>
                  <a:srgbClr val="124083"/>
                </a:solidFill>
              </a:rPr>
              <a:t>ớng</a:t>
            </a:r>
            <a:r>
              <a:rPr lang="en-US" sz="1050" u="sng" dirty="0">
                <a:solidFill>
                  <a:srgbClr val="124083"/>
                </a:solidFill>
              </a:rPr>
              <a:t> </a:t>
            </a:r>
            <a:r>
              <a:rPr lang="en-US" sz="1050" u="sng" dirty="0" err="1">
                <a:solidFill>
                  <a:srgbClr val="124083"/>
                </a:solidFill>
              </a:rPr>
              <a:t>dẫn</a:t>
            </a:r>
            <a:endParaRPr lang="en-US" sz="1050" u="sng" dirty="0">
              <a:solidFill>
                <a:srgbClr val="12408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32AF3B-39B3-462A-8869-3B81F303D292}"/>
              </a:ext>
            </a:extLst>
          </p:cNvPr>
          <p:cNvSpPr/>
          <p:nvPr/>
        </p:nvSpPr>
        <p:spPr>
          <a:xfrm>
            <a:off x="5557629" y="2882348"/>
            <a:ext cx="2267794" cy="3080876"/>
          </a:xfrm>
          <a:prstGeom prst="rect">
            <a:avLst/>
          </a:prstGeom>
          <a:solidFill>
            <a:srgbClr val="8BD4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C23989-9775-4A54-BBAB-8F962EA84312}"/>
              </a:ext>
            </a:extLst>
          </p:cNvPr>
          <p:cNvSpPr/>
          <p:nvPr/>
        </p:nvSpPr>
        <p:spPr>
          <a:xfrm>
            <a:off x="5551002" y="2787615"/>
            <a:ext cx="2332779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900" b="1" u="sng" dirty="0" err="1"/>
              <a:t>Nhiệm</a:t>
            </a:r>
            <a:r>
              <a:rPr lang="en-US" sz="900" b="1" u="sng" dirty="0"/>
              <a:t> </a:t>
            </a:r>
            <a:r>
              <a:rPr lang="en-US" sz="900" b="1" u="sng" dirty="0" err="1"/>
              <a:t>vụ</a:t>
            </a:r>
            <a:endParaRPr lang="en-US" sz="900" b="1" u="sng" dirty="0"/>
          </a:p>
          <a:p>
            <a:r>
              <a:rPr lang="en-US" sz="900" dirty="0"/>
              <a:t>Thu </a:t>
            </a:r>
            <a:r>
              <a:rPr lang="en-US" sz="900" dirty="0" err="1"/>
              <a:t>thập</a:t>
            </a:r>
            <a:r>
              <a:rPr lang="en-US" sz="900" dirty="0"/>
              <a:t> </a:t>
            </a:r>
            <a:r>
              <a:rPr lang="en-US" sz="900" dirty="0" err="1"/>
              <a:t>càng</a:t>
            </a:r>
            <a:r>
              <a:rPr lang="en-US" sz="900" dirty="0"/>
              <a:t> </a:t>
            </a:r>
            <a:r>
              <a:rPr lang="en-US" sz="900" dirty="0" err="1"/>
              <a:t>nhiều</a:t>
            </a:r>
            <a:r>
              <a:rPr lang="en-US" sz="900" dirty="0"/>
              <a:t> d</a:t>
            </a:r>
            <a:r>
              <a:rPr lang="vi-VN" sz="900" dirty="0"/>
              <a:t>ư</a:t>
            </a:r>
            <a:r>
              <a:rPr lang="en-US" sz="900" dirty="0" err="1"/>
              <a:t>ỡng</a:t>
            </a:r>
            <a:r>
              <a:rPr lang="en-US" sz="900" dirty="0"/>
              <a:t> </a:t>
            </a:r>
            <a:r>
              <a:rPr lang="en-US" sz="900" dirty="0" err="1"/>
              <a:t>chất</a:t>
            </a:r>
            <a:r>
              <a:rPr lang="en-US" sz="900" dirty="0"/>
              <a:t> </a:t>
            </a:r>
            <a:r>
              <a:rPr lang="en-US" sz="900" dirty="0" err="1"/>
              <a:t>trong</a:t>
            </a:r>
            <a:r>
              <a:rPr lang="en-US" sz="900" dirty="0"/>
              <a:t> </a:t>
            </a:r>
            <a:r>
              <a:rPr lang="en-US" sz="900" dirty="0" err="1"/>
              <a:t>vòng</a:t>
            </a:r>
            <a:r>
              <a:rPr lang="en-US" sz="900" dirty="0"/>
              <a:t> 30 </a:t>
            </a:r>
            <a:r>
              <a:rPr lang="en-US" sz="900" dirty="0" err="1"/>
              <a:t>giây</a:t>
            </a:r>
            <a:r>
              <a:rPr lang="en-US" sz="900" dirty="0"/>
              <a:t> </a:t>
            </a:r>
            <a:r>
              <a:rPr lang="en-US" sz="900" dirty="0" err="1"/>
              <a:t>để</a:t>
            </a:r>
            <a:r>
              <a:rPr lang="en-US" sz="900" dirty="0"/>
              <a:t> </a:t>
            </a:r>
            <a:r>
              <a:rPr lang="en-US" sz="900" dirty="0" err="1"/>
              <a:t>đạt</a:t>
            </a:r>
            <a:r>
              <a:rPr lang="en-US" sz="900" dirty="0"/>
              <a:t> </a:t>
            </a:r>
            <a:r>
              <a:rPr lang="en-US" sz="900" dirty="0" err="1"/>
              <a:t>số</a:t>
            </a:r>
            <a:r>
              <a:rPr lang="en-US" sz="900" dirty="0"/>
              <a:t> </a:t>
            </a:r>
            <a:r>
              <a:rPr lang="en-US" sz="900" dirty="0" err="1"/>
              <a:t>điểm</a:t>
            </a:r>
            <a:r>
              <a:rPr lang="en-US" sz="900" dirty="0"/>
              <a:t> </a:t>
            </a:r>
            <a:r>
              <a:rPr lang="en-US" sz="900" dirty="0" err="1"/>
              <a:t>càng</a:t>
            </a:r>
            <a:r>
              <a:rPr lang="en-US" sz="900" dirty="0"/>
              <a:t> </a:t>
            </a:r>
            <a:r>
              <a:rPr lang="en-US" sz="900" dirty="0" err="1"/>
              <a:t>cao</a:t>
            </a:r>
            <a:r>
              <a:rPr lang="en-US" sz="900" dirty="0"/>
              <a:t> </a:t>
            </a:r>
            <a:r>
              <a:rPr lang="en-US" sz="900" dirty="0" err="1"/>
              <a:t>càng</a:t>
            </a:r>
            <a:r>
              <a:rPr lang="en-US" sz="900" dirty="0"/>
              <a:t> </a:t>
            </a:r>
            <a:r>
              <a:rPr lang="en-US" sz="900" dirty="0" err="1"/>
              <a:t>tốt</a:t>
            </a:r>
            <a:endParaRPr lang="en-US" sz="900" dirty="0"/>
          </a:p>
          <a:p>
            <a:r>
              <a:rPr lang="en-US" sz="900" b="1" dirty="0"/>
              <a:t>2. </a:t>
            </a:r>
            <a:r>
              <a:rPr lang="en-US" sz="900" b="1" dirty="0" err="1"/>
              <a:t>Thời</a:t>
            </a:r>
            <a:r>
              <a:rPr lang="en-US" sz="900" b="1" dirty="0"/>
              <a:t> </a:t>
            </a:r>
            <a:r>
              <a:rPr lang="en-US" sz="900" b="1" dirty="0" err="1"/>
              <a:t>gian</a:t>
            </a:r>
            <a:r>
              <a:rPr lang="en-US" sz="900" b="1" dirty="0"/>
              <a:t> </a:t>
            </a:r>
            <a:r>
              <a:rPr lang="en-US" sz="900" b="1" dirty="0" err="1"/>
              <a:t>giới</a:t>
            </a:r>
            <a:r>
              <a:rPr lang="en-US" sz="900" b="1" dirty="0"/>
              <a:t> </a:t>
            </a:r>
            <a:r>
              <a:rPr lang="en-US" sz="900" b="1" dirty="0" err="1"/>
              <a:t>hạn</a:t>
            </a:r>
            <a:r>
              <a:rPr lang="en-US" sz="900" b="1" dirty="0"/>
              <a:t>: </a:t>
            </a:r>
            <a:r>
              <a:rPr lang="en-US" sz="900" dirty="0"/>
              <a:t>30 </a:t>
            </a:r>
            <a:r>
              <a:rPr lang="en-US" sz="900" dirty="0" err="1"/>
              <a:t>giây</a:t>
            </a:r>
            <a:endParaRPr lang="en-US" sz="900" dirty="0"/>
          </a:p>
          <a:p>
            <a:r>
              <a:rPr lang="en-US" sz="900" b="1" dirty="0"/>
              <a:t>3. </a:t>
            </a:r>
            <a:r>
              <a:rPr lang="en-US" sz="900" b="1" dirty="0" err="1"/>
              <a:t>Cách</a:t>
            </a:r>
            <a:r>
              <a:rPr lang="en-US" sz="900" b="1" dirty="0"/>
              <a:t> </a:t>
            </a:r>
            <a:r>
              <a:rPr lang="en-US" sz="900" b="1" dirty="0" err="1"/>
              <a:t>ch</a:t>
            </a:r>
            <a:r>
              <a:rPr lang="vi-VN" sz="900" b="1" dirty="0"/>
              <a:t>ơ</a:t>
            </a:r>
            <a:r>
              <a:rPr lang="en-US" sz="900" b="1" dirty="0"/>
              <a:t>i:</a:t>
            </a:r>
          </a:p>
          <a:p>
            <a:pPr marL="171450" indent="-171450">
              <a:buFontTx/>
              <a:buChar char="-"/>
            </a:pPr>
            <a:r>
              <a:rPr lang="en-US" sz="900" dirty="0"/>
              <a:t>Sau 5s </a:t>
            </a:r>
            <a:r>
              <a:rPr lang="en-US" sz="900" dirty="0" err="1"/>
              <a:t>hướng</a:t>
            </a:r>
            <a:r>
              <a:rPr lang="en-US" sz="900" dirty="0"/>
              <a:t> </a:t>
            </a:r>
            <a:r>
              <a:rPr lang="en-US" sz="900" dirty="0" err="1"/>
              <a:t>dẫn</a:t>
            </a:r>
            <a:r>
              <a:rPr lang="en-US" sz="900" dirty="0"/>
              <a:t>, </a:t>
            </a:r>
            <a:r>
              <a:rPr lang="en-US" sz="900" dirty="0" err="1"/>
              <a:t>các</a:t>
            </a:r>
            <a:r>
              <a:rPr lang="en-US" sz="900" dirty="0"/>
              <a:t> </a:t>
            </a:r>
            <a:r>
              <a:rPr lang="en-US" sz="900" dirty="0" err="1"/>
              <a:t>dưỡng</a:t>
            </a:r>
            <a:r>
              <a:rPr lang="en-US" sz="900" dirty="0"/>
              <a:t> </a:t>
            </a:r>
            <a:r>
              <a:rPr lang="en-US" sz="900" dirty="0" err="1"/>
              <a:t>chất</a:t>
            </a:r>
            <a:r>
              <a:rPr lang="en-US" sz="900" dirty="0"/>
              <a:t> </a:t>
            </a:r>
            <a:r>
              <a:rPr lang="en-US" sz="900" dirty="0" err="1"/>
              <a:t>bắt</a:t>
            </a:r>
            <a:r>
              <a:rPr lang="en-US" sz="900" dirty="0"/>
              <a:t> </a:t>
            </a:r>
            <a:r>
              <a:rPr lang="en-US" sz="900" dirty="0" err="1"/>
              <a:t>đầu</a:t>
            </a:r>
            <a:r>
              <a:rPr lang="en-US" sz="900" dirty="0"/>
              <a:t> </a:t>
            </a:r>
            <a:r>
              <a:rPr lang="en-US" sz="900" dirty="0" err="1"/>
              <a:t>rơi</a:t>
            </a:r>
            <a:r>
              <a:rPr lang="en-US" sz="900" dirty="0"/>
              <a:t> </a:t>
            </a:r>
            <a:r>
              <a:rPr lang="en-US" sz="900" dirty="0" err="1"/>
              <a:t>xuống</a:t>
            </a:r>
            <a:r>
              <a:rPr lang="en-US" sz="900" dirty="0"/>
              <a:t>, </a:t>
            </a:r>
            <a:r>
              <a:rPr lang="en-US" sz="900" dirty="0" err="1"/>
              <a:t>tốc</a:t>
            </a:r>
            <a:r>
              <a:rPr lang="en-US" sz="900" dirty="0"/>
              <a:t> </a:t>
            </a:r>
            <a:r>
              <a:rPr lang="en-US" sz="900" dirty="0" err="1"/>
              <a:t>độ</a:t>
            </a:r>
            <a:r>
              <a:rPr lang="en-US" sz="900" dirty="0"/>
              <a:t> </a:t>
            </a:r>
            <a:r>
              <a:rPr lang="en-US" sz="900" dirty="0" err="1"/>
              <a:t>từ</a:t>
            </a:r>
            <a:r>
              <a:rPr lang="en-US" sz="900" dirty="0"/>
              <a:t> </a:t>
            </a:r>
            <a:r>
              <a:rPr lang="en-US" sz="900" dirty="0" err="1"/>
              <a:t>từ</a:t>
            </a:r>
            <a:r>
              <a:rPr lang="en-US" sz="900" dirty="0"/>
              <a:t> </a:t>
            </a:r>
            <a:r>
              <a:rPr lang="en-US" sz="900" dirty="0" err="1"/>
              <a:t>nhanh</a:t>
            </a:r>
            <a:r>
              <a:rPr lang="en-US" sz="900" dirty="0"/>
              <a:t> </a:t>
            </a:r>
            <a:r>
              <a:rPr lang="en-US" sz="900" dirty="0" err="1"/>
              <a:t>dần</a:t>
            </a:r>
            <a:r>
              <a:rPr lang="en-US" sz="900" dirty="0"/>
              <a:t> </a:t>
            </a:r>
          </a:p>
          <a:p>
            <a:pPr marL="171450" indent="-171450">
              <a:buFontTx/>
              <a:buChar char="-"/>
            </a:pPr>
            <a:r>
              <a:rPr lang="en-US" sz="900" dirty="0" err="1"/>
              <a:t>Có</a:t>
            </a:r>
            <a:r>
              <a:rPr lang="en-US" sz="900" dirty="0"/>
              <a:t> 6 </a:t>
            </a:r>
            <a:r>
              <a:rPr lang="en-US" sz="900" dirty="0" err="1"/>
              <a:t>loại</a:t>
            </a:r>
            <a:r>
              <a:rPr lang="en-US" sz="900" dirty="0"/>
              <a:t> d</a:t>
            </a:r>
            <a:r>
              <a:rPr lang="vi-VN" sz="900" dirty="0"/>
              <a:t>ư</a:t>
            </a:r>
            <a:r>
              <a:rPr lang="en-US" sz="900" dirty="0" err="1"/>
              <a:t>ỡng</a:t>
            </a:r>
            <a:r>
              <a:rPr lang="en-US" sz="900" dirty="0"/>
              <a:t> </a:t>
            </a:r>
            <a:r>
              <a:rPr lang="en-US" sz="900" dirty="0" err="1"/>
              <a:t>chất</a:t>
            </a:r>
            <a:r>
              <a:rPr lang="en-US" sz="900" dirty="0"/>
              <a:t>:  2-FL HMO, Nucleotides, </a:t>
            </a:r>
            <a:r>
              <a:rPr lang="en-US" sz="900" dirty="0" err="1"/>
              <a:t>nPO</a:t>
            </a:r>
            <a:r>
              <a:rPr lang="en-US" sz="900" dirty="0"/>
              <a:t>, DHA, Lutein, Vitamin E </a:t>
            </a:r>
            <a:r>
              <a:rPr lang="en-US" sz="900" dirty="0" err="1"/>
              <a:t>tự</a:t>
            </a:r>
            <a:r>
              <a:rPr lang="en-US" sz="900" dirty="0"/>
              <a:t> </a:t>
            </a:r>
            <a:r>
              <a:rPr lang="en-US" sz="900" dirty="0" err="1"/>
              <a:t>nhiên</a:t>
            </a:r>
            <a:endParaRPr lang="en-US" sz="900" dirty="0"/>
          </a:p>
          <a:p>
            <a:pPr marL="171450" indent="-171450">
              <a:buFontTx/>
              <a:buChar char="-"/>
            </a:pPr>
            <a:r>
              <a:rPr lang="en-US" sz="900" dirty="0" err="1"/>
              <a:t>Khi</a:t>
            </a:r>
            <a:r>
              <a:rPr lang="en-US" sz="900" dirty="0"/>
              <a:t> </a:t>
            </a:r>
            <a:r>
              <a:rPr lang="en-US" sz="900" dirty="0" err="1"/>
              <a:t>các</a:t>
            </a:r>
            <a:r>
              <a:rPr lang="en-US" sz="900" dirty="0"/>
              <a:t> d</a:t>
            </a:r>
            <a:r>
              <a:rPr lang="vi-VN" sz="900" dirty="0"/>
              <a:t>ư</a:t>
            </a:r>
            <a:r>
              <a:rPr lang="en-US" sz="900" dirty="0" err="1"/>
              <a:t>ỡng</a:t>
            </a:r>
            <a:r>
              <a:rPr lang="en-US" sz="900" dirty="0"/>
              <a:t> </a:t>
            </a:r>
            <a:r>
              <a:rPr lang="en-US" sz="900" dirty="0" err="1"/>
              <a:t>chất</a:t>
            </a:r>
            <a:r>
              <a:rPr lang="en-US" sz="900" dirty="0"/>
              <a:t> </a:t>
            </a:r>
            <a:r>
              <a:rPr lang="en-US" sz="900" dirty="0" err="1"/>
              <a:t>chạm</a:t>
            </a:r>
            <a:r>
              <a:rPr lang="en-US" sz="900" dirty="0"/>
              <a:t> </a:t>
            </a:r>
            <a:r>
              <a:rPr lang="en-US" sz="900" dirty="0" err="1"/>
              <a:t>vào</a:t>
            </a:r>
            <a:r>
              <a:rPr lang="en-US" sz="900" dirty="0"/>
              <a:t> </a:t>
            </a:r>
            <a:r>
              <a:rPr lang="en-US" sz="900" dirty="0" err="1"/>
              <a:t>vạch</a:t>
            </a:r>
            <a:r>
              <a:rPr lang="en-US" sz="900" dirty="0"/>
              <a:t> </a:t>
            </a:r>
            <a:r>
              <a:rPr lang="en-US" sz="900" dirty="0" err="1"/>
              <a:t>vàng</a:t>
            </a:r>
            <a:r>
              <a:rPr lang="en-US" sz="900" dirty="0"/>
              <a:t>, ng</a:t>
            </a:r>
            <a:r>
              <a:rPr lang="vi-VN" sz="900" dirty="0"/>
              <a:t>ư</a:t>
            </a:r>
            <a:r>
              <a:rPr lang="en-US" sz="900" dirty="0" err="1"/>
              <a:t>ời</a:t>
            </a:r>
            <a:r>
              <a:rPr lang="en-US" sz="900" dirty="0"/>
              <a:t> </a:t>
            </a:r>
            <a:r>
              <a:rPr lang="en-US" sz="900" dirty="0" err="1"/>
              <a:t>ch</a:t>
            </a:r>
            <a:r>
              <a:rPr lang="vi-VN" sz="900" dirty="0"/>
              <a:t>ơ</a:t>
            </a:r>
            <a:r>
              <a:rPr lang="en-US" sz="900" dirty="0"/>
              <a:t>i </a:t>
            </a:r>
            <a:r>
              <a:rPr lang="en-US" sz="900" dirty="0" err="1"/>
              <a:t>cần</a:t>
            </a:r>
            <a:r>
              <a:rPr lang="en-US" sz="900" dirty="0"/>
              <a:t> </a:t>
            </a:r>
            <a:r>
              <a:rPr lang="en-US" sz="900" dirty="0" err="1"/>
              <a:t>phân</a:t>
            </a:r>
            <a:r>
              <a:rPr lang="en-US" sz="900" dirty="0"/>
              <a:t> </a:t>
            </a:r>
            <a:r>
              <a:rPr lang="en-US" sz="900" dirty="0" err="1"/>
              <a:t>loại</a:t>
            </a:r>
            <a:r>
              <a:rPr lang="en-US" sz="900" dirty="0"/>
              <a:t> </a:t>
            </a:r>
            <a:r>
              <a:rPr lang="en-US" sz="900" dirty="0" err="1"/>
              <a:t>đúng</a:t>
            </a:r>
            <a:r>
              <a:rPr lang="en-US" sz="900" dirty="0"/>
              <a:t> d</a:t>
            </a:r>
            <a:r>
              <a:rPr lang="vi-VN" sz="900" dirty="0"/>
              <a:t>ư</a:t>
            </a:r>
            <a:r>
              <a:rPr lang="en-US" sz="900" dirty="0" err="1"/>
              <a:t>ỡng</a:t>
            </a:r>
            <a:r>
              <a:rPr lang="en-US" sz="900" dirty="0"/>
              <a:t> </a:t>
            </a:r>
            <a:r>
              <a:rPr lang="en-US" sz="900" dirty="0" err="1"/>
              <a:t>chất</a:t>
            </a:r>
            <a:r>
              <a:rPr lang="en-US" sz="900" dirty="0"/>
              <a:t> </a:t>
            </a:r>
            <a:r>
              <a:rPr lang="en-US" sz="900" dirty="0" err="1"/>
              <a:t>bằng</a:t>
            </a:r>
            <a:r>
              <a:rPr lang="en-US" sz="900" dirty="0"/>
              <a:t> </a:t>
            </a:r>
            <a:r>
              <a:rPr lang="en-US" sz="900" dirty="0" err="1"/>
              <a:t>cách</a:t>
            </a:r>
            <a:r>
              <a:rPr lang="en-US" sz="900" dirty="0"/>
              <a:t> </a:t>
            </a:r>
            <a:r>
              <a:rPr lang="en-US" sz="900" dirty="0" err="1"/>
              <a:t>bấm</a:t>
            </a:r>
            <a:r>
              <a:rPr lang="en-US" sz="900" dirty="0"/>
              <a:t> </a:t>
            </a:r>
            <a:r>
              <a:rPr lang="en-US" sz="900" dirty="0" err="1"/>
              <a:t>biểu</a:t>
            </a:r>
            <a:r>
              <a:rPr lang="en-US" sz="900" dirty="0"/>
              <a:t> t</a:t>
            </a:r>
            <a:r>
              <a:rPr lang="vi-VN" sz="900" dirty="0"/>
              <a:t>ư</a:t>
            </a:r>
            <a:r>
              <a:rPr lang="en-US" sz="900" dirty="0" err="1"/>
              <a:t>ơng</a:t>
            </a:r>
            <a:r>
              <a:rPr lang="en-US" sz="900" dirty="0"/>
              <a:t> IQ plus </a:t>
            </a:r>
            <a:r>
              <a:rPr lang="en-US" sz="900" dirty="0" err="1"/>
              <a:t>bên</a:t>
            </a:r>
            <a:r>
              <a:rPr lang="en-US" sz="900" dirty="0"/>
              <a:t> </a:t>
            </a:r>
            <a:r>
              <a:rPr lang="en-US" sz="900" dirty="0" err="1"/>
              <a:t>trái</a:t>
            </a:r>
            <a:r>
              <a:rPr lang="en-US" sz="900" dirty="0"/>
              <a:t> </a:t>
            </a:r>
            <a:r>
              <a:rPr lang="en-US" sz="900" dirty="0" err="1"/>
              <a:t>hoặc</a:t>
            </a:r>
            <a:r>
              <a:rPr lang="en-US" sz="900" dirty="0"/>
              <a:t> </a:t>
            </a:r>
            <a:r>
              <a:rPr lang="en-US" sz="900" dirty="0" err="1"/>
              <a:t>bên</a:t>
            </a:r>
            <a:r>
              <a:rPr lang="en-US" sz="900" dirty="0"/>
              <a:t> </a:t>
            </a:r>
            <a:r>
              <a:rPr lang="en-US" sz="900" dirty="0" err="1"/>
              <a:t>phải</a:t>
            </a:r>
            <a:endParaRPr lang="en-US" sz="900" dirty="0"/>
          </a:p>
          <a:p>
            <a:pPr marL="171450" indent="-171450">
              <a:buFontTx/>
              <a:buChar char="-"/>
            </a:pPr>
            <a:r>
              <a:rPr lang="en-US" sz="900" dirty="0"/>
              <a:t>Ng</a:t>
            </a:r>
            <a:r>
              <a:rPr lang="vi-VN" sz="900" dirty="0"/>
              <a:t>ư</a:t>
            </a:r>
            <a:r>
              <a:rPr lang="en-US" sz="900" dirty="0" err="1"/>
              <a:t>ời</a:t>
            </a:r>
            <a:r>
              <a:rPr lang="en-US" sz="900" dirty="0"/>
              <a:t> </a:t>
            </a:r>
            <a:r>
              <a:rPr lang="en-US" sz="900" dirty="0" err="1"/>
              <a:t>ch</a:t>
            </a:r>
            <a:r>
              <a:rPr lang="vi-VN" sz="900" dirty="0"/>
              <a:t>ơ</a:t>
            </a:r>
            <a:r>
              <a:rPr lang="en-US" sz="900" dirty="0"/>
              <a:t>i </a:t>
            </a:r>
            <a:r>
              <a:rPr lang="en-US" sz="900" dirty="0" err="1"/>
              <a:t>phân</a:t>
            </a:r>
            <a:r>
              <a:rPr lang="en-US" sz="900" dirty="0"/>
              <a:t> </a:t>
            </a:r>
            <a:r>
              <a:rPr lang="en-US" sz="900" dirty="0" err="1"/>
              <a:t>loại</a:t>
            </a:r>
            <a:r>
              <a:rPr lang="en-US" sz="900" dirty="0"/>
              <a:t> </a:t>
            </a:r>
            <a:r>
              <a:rPr lang="en-US" sz="900" dirty="0" err="1"/>
              <a:t>đúng</a:t>
            </a:r>
            <a:r>
              <a:rPr lang="en-US" sz="900" dirty="0"/>
              <a:t> </a:t>
            </a:r>
            <a:r>
              <a:rPr lang="en-US" sz="900" dirty="0" err="1"/>
              <a:t>thì</a:t>
            </a:r>
            <a:r>
              <a:rPr lang="en-US" sz="900" dirty="0"/>
              <a:t> thanh </a:t>
            </a:r>
            <a:r>
              <a:rPr lang="en-US" sz="900" dirty="0" err="1"/>
              <a:t>điểm</a:t>
            </a:r>
            <a:r>
              <a:rPr lang="en-US" sz="900" dirty="0"/>
              <a:t> </a:t>
            </a:r>
            <a:r>
              <a:rPr lang="en-US" sz="900" dirty="0" err="1"/>
              <a:t>bên</a:t>
            </a:r>
            <a:r>
              <a:rPr lang="en-US" sz="900" dirty="0"/>
              <a:t> </a:t>
            </a:r>
            <a:r>
              <a:rPr lang="en-US" sz="900" dirty="0" err="1"/>
              <a:t>phải</a:t>
            </a:r>
            <a:r>
              <a:rPr lang="en-US" sz="900" dirty="0"/>
              <a:t> </a:t>
            </a:r>
            <a:r>
              <a:rPr lang="en-US" sz="900" dirty="0" err="1"/>
              <a:t>sẽ</a:t>
            </a:r>
            <a:r>
              <a:rPr lang="en-US" sz="900" dirty="0"/>
              <a:t> </a:t>
            </a:r>
            <a:r>
              <a:rPr lang="en-US" sz="900" dirty="0" err="1"/>
              <a:t>tăng</a:t>
            </a:r>
            <a:r>
              <a:rPr lang="en-US" sz="900" dirty="0"/>
              <a:t> </a:t>
            </a:r>
            <a:r>
              <a:rPr lang="en-US" sz="900" dirty="0" err="1"/>
              <a:t>dần</a:t>
            </a:r>
            <a:r>
              <a:rPr lang="en-US" sz="900" dirty="0"/>
              <a:t> </a:t>
            </a:r>
            <a:r>
              <a:rPr lang="en-US" sz="900" dirty="0" err="1"/>
              <a:t>từ</a:t>
            </a:r>
            <a:r>
              <a:rPr lang="en-US" sz="900" dirty="0"/>
              <a:t> </a:t>
            </a:r>
            <a:r>
              <a:rPr lang="en-US" sz="900" dirty="0" err="1"/>
              <a:t>mốc</a:t>
            </a:r>
            <a:r>
              <a:rPr lang="en-US" sz="900" dirty="0"/>
              <a:t> 10 </a:t>
            </a:r>
            <a:r>
              <a:rPr lang="en-US" sz="900" dirty="0" err="1"/>
              <a:t>điểm</a:t>
            </a:r>
            <a:r>
              <a:rPr lang="en-US" sz="900" dirty="0"/>
              <a:t> </a:t>
            </a:r>
            <a:r>
              <a:rPr lang="en-US" sz="900" dirty="0" err="1"/>
              <a:t>đến</a:t>
            </a:r>
            <a:r>
              <a:rPr lang="en-US" sz="900" dirty="0"/>
              <a:t> 30 </a:t>
            </a:r>
            <a:r>
              <a:rPr lang="en-US" sz="900" dirty="0" err="1"/>
              <a:t>điểm</a:t>
            </a:r>
            <a:r>
              <a:rPr lang="en-US" sz="900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sz="900" dirty="0"/>
              <a:t>Sau </a:t>
            </a:r>
            <a:r>
              <a:rPr lang="en-US" sz="900" dirty="0" err="1"/>
              <a:t>khi</a:t>
            </a:r>
            <a:r>
              <a:rPr lang="en-US" sz="900" dirty="0"/>
              <a:t> </a:t>
            </a:r>
            <a:r>
              <a:rPr lang="en-US" sz="900" dirty="0" err="1"/>
              <a:t>hết</a:t>
            </a:r>
            <a:r>
              <a:rPr lang="en-US" sz="900" dirty="0"/>
              <a:t> </a:t>
            </a:r>
            <a:r>
              <a:rPr lang="en-US" sz="900" dirty="0" err="1"/>
              <a:t>thời</a:t>
            </a:r>
            <a:r>
              <a:rPr lang="en-US" sz="900" dirty="0"/>
              <a:t> </a:t>
            </a:r>
            <a:r>
              <a:rPr lang="en-US" sz="900" dirty="0" err="1"/>
              <a:t>gian</a:t>
            </a:r>
            <a:r>
              <a:rPr lang="en-US" sz="900" dirty="0"/>
              <a:t>, </a:t>
            </a:r>
            <a:r>
              <a:rPr lang="en-US" sz="900" dirty="0" err="1"/>
              <a:t>số</a:t>
            </a:r>
            <a:r>
              <a:rPr lang="en-US" sz="900" dirty="0"/>
              <a:t> </a:t>
            </a:r>
            <a:r>
              <a:rPr lang="en-US" sz="900" dirty="0" err="1"/>
              <a:t>điểm</a:t>
            </a:r>
            <a:r>
              <a:rPr lang="en-US" sz="900" dirty="0"/>
              <a:t> </a:t>
            </a:r>
            <a:r>
              <a:rPr lang="en-US" sz="900" dirty="0" err="1"/>
              <a:t>thực</a:t>
            </a:r>
            <a:r>
              <a:rPr lang="en-US" sz="900" dirty="0"/>
              <a:t> </a:t>
            </a:r>
            <a:r>
              <a:rPr lang="en-US" sz="900" dirty="0" err="1"/>
              <a:t>tế</a:t>
            </a:r>
            <a:r>
              <a:rPr lang="en-US" sz="900" dirty="0"/>
              <a:t> </a:t>
            </a:r>
            <a:r>
              <a:rPr lang="en-US" sz="900" dirty="0" err="1"/>
              <a:t>sẽ</a:t>
            </a:r>
            <a:r>
              <a:rPr lang="en-US" sz="900" dirty="0"/>
              <a:t> t</a:t>
            </a:r>
            <a:r>
              <a:rPr lang="vi-VN" sz="900" dirty="0"/>
              <a:t>ư</a:t>
            </a:r>
            <a:r>
              <a:rPr lang="en-US" sz="900" dirty="0" err="1"/>
              <a:t>ơng</a:t>
            </a:r>
            <a:r>
              <a:rPr lang="en-US" sz="900" dirty="0"/>
              <a:t> </a:t>
            </a:r>
            <a:r>
              <a:rPr lang="en-US" sz="900" dirty="0" err="1"/>
              <a:t>ứng</a:t>
            </a:r>
            <a:r>
              <a:rPr lang="en-US" sz="900" dirty="0"/>
              <a:t> </a:t>
            </a:r>
            <a:r>
              <a:rPr lang="en-US" sz="900" dirty="0" err="1"/>
              <a:t>với</a:t>
            </a:r>
            <a:r>
              <a:rPr lang="en-US" sz="900" dirty="0"/>
              <a:t> </a:t>
            </a:r>
            <a:r>
              <a:rPr lang="en-US" sz="900" dirty="0" err="1"/>
              <a:t>mốc</a:t>
            </a:r>
            <a:r>
              <a:rPr lang="en-US" sz="900" dirty="0"/>
              <a:t> </a:t>
            </a:r>
            <a:r>
              <a:rPr lang="en-US" sz="900" dirty="0" err="1"/>
              <a:t>điểm</a:t>
            </a:r>
            <a:r>
              <a:rPr lang="en-US" sz="900" dirty="0"/>
              <a:t> </a:t>
            </a:r>
            <a:r>
              <a:rPr lang="en-US" sz="900" dirty="0" err="1"/>
              <a:t>mà</a:t>
            </a:r>
            <a:r>
              <a:rPr lang="en-US" sz="900" dirty="0"/>
              <a:t> ng</a:t>
            </a:r>
            <a:r>
              <a:rPr lang="vi-VN" sz="900" dirty="0"/>
              <a:t>ư</a:t>
            </a:r>
            <a:r>
              <a:rPr lang="en-US" sz="900" dirty="0" err="1"/>
              <a:t>ời</a:t>
            </a:r>
            <a:r>
              <a:rPr lang="en-US" sz="900" dirty="0"/>
              <a:t> </a:t>
            </a:r>
            <a:r>
              <a:rPr lang="en-US" sz="900" dirty="0" err="1"/>
              <a:t>ch</a:t>
            </a:r>
            <a:r>
              <a:rPr lang="vi-VN" sz="900" dirty="0"/>
              <a:t>ơ</a:t>
            </a:r>
            <a:r>
              <a:rPr lang="en-US" sz="900" dirty="0"/>
              <a:t>i </a:t>
            </a:r>
            <a:r>
              <a:rPr lang="en-US" sz="900" dirty="0" err="1"/>
              <a:t>đã</a:t>
            </a:r>
            <a:r>
              <a:rPr lang="en-US" sz="900" dirty="0"/>
              <a:t> v</a:t>
            </a:r>
            <a:r>
              <a:rPr lang="vi-VN" sz="900" dirty="0"/>
              <a:t>ư</a:t>
            </a:r>
            <a:r>
              <a:rPr lang="en-US" sz="900" dirty="0" err="1"/>
              <a:t>ợt</a:t>
            </a:r>
            <a:r>
              <a:rPr lang="en-US" sz="900" dirty="0"/>
              <a:t> qua (</a:t>
            </a:r>
            <a:r>
              <a:rPr lang="en-US" sz="900" dirty="0" err="1"/>
              <a:t>tối</a:t>
            </a:r>
            <a:r>
              <a:rPr lang="en-US" sz="900" dirty="0"/>
              <a:t> </a:t>
            </a:r>
            <a:r>
              <a:rPr lang="en-US" sz="900" dirty="0" err="1"/>
              <a:t>đa</a:t>
            </a:r>
            <a:r>
              <a:rPr lang="en-US" sz="900" dirty="0"/>
              <a:t> 30 </a:t>
            </a:r>
            <a:r>
              <a:rPr lang="en-US" sz="900" dirty="0" err="1"/>
              <a:t>điểm</a:t>
            </a:r>
            <a:r>
              <a:rPr lang="en-US" sz="900" dirty="0"/>
              <a:t>)</a:t>
            </a:r>
          </a:p>
          <a:p>
            <a:endParaRPr lang="vi-VN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391D2-E8C7-4DA5-A89A-5550823620D7}"/>
              </a:ext>
            </a:extLst>
          </p:cNvPr>
          <p:cNvSpPr txBox="1"/>
          <p:nvPr/>
        </p:nvSpPr>
        <p:spPr>
          <a:xfrm>
            <a:off x="4439463" y="5717529"/>
            <a:ext cx="11181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</a:rPr>
              <a:t>HỖ TRỢ HỆ TIÊU HÓA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7D7E71-682C-9D44-9014-1FF778CDACF8}"/>
              </a:ext>
            </a:extLst>
          </p:cNvPr>
          <p:cNvGrpSpPr/>
          <p:nvPr/>
        </p:nvGrpSpPr>
        <p:grpSpPr>
          <a:xfrm>
            <a:off x="2987040" y="1663483"/>
            <a:ext cx="2274922" cy="4315655"/>
            <a:chOff x="6616826" y="1158392"/>
            <a:chExt cx="2312568" cy="435254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2500876-AAC9-7042-A31E-9CFFDABDBB89}"/>
                </a:ext>
              </a:extLst>
            </p:cNvPr>
            <p:cNvGrpSpPr/>
            <p:nvPr/>
          </p:nvGrpSpPr>
          <p:grpSpPr>
            <a:xfrm>
              <a:off x="6616826" y="1158392"/>
              <a:ext cx="2089890" cy="4352544"/>
              <a:chOff x="6616826" y="1158392"/>
              <a:chExt cx="2089890" cy="4352544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E7BAA29-306E-7240-8F38-9D1F6D10076B}"/>
                  </a:ext>
                </a:extLst>
              </p:cNvPr>
              <p:cNvSpPr/>
              <p:nvPr/>
            </p:nvSpPr>
            <p:spPr>
              <a:xfrm>
                <a:off x="6616826" y="1158392"/>
                <a:ext cx="2089890" cy="435254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Bảng xếp hạng tháng 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65231C1-471F-CE42-B362-4C336C46D2BF}"/>
                  </a:ext>
                </a:extLst>
              </p:cNvPr>
              <p:cNvSpPr/>
              <p:nvPr/>
            </p:nvSpPr>
            <p:spPr>
              <a:xfrm>
                <a:off x="6738644" y="3292152"/>
                <a:ext cx="1816100" cy="208308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/>
                  <a:t>Bảng xếp hạng game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0053F8C-64BA-E44E-A458-AAC6ADA3C9BD}"/>
                  </a:ext>
                </a:extLst>
              </p:cNvPr>
              <p:cNvSpPr/>
              <p:nvPr/>
            </p:nvSpPr>
            <p:spPr>
              <a:xfrm>
                <a:off x="6738644" y="2569128"/>
                <a:ext cx="1651129" cy="27940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/>
                  <a:t>Play Game</a:t>
                </a:r>
              </a:p>
            </p:txBody>
          </p:sp>
          <p:pic>
            <p:nvPicPr>
              <p:cNvPr id="30" name="Graphic 29">
                <a:extLst>
                  <a:ext uri="{FF2B5EF4-FFF2-40B4-BE49-F238E27FC236}">
                    <a16:creationId xmlns:a16="http://schemas.microsoft.com/office/drawing/2014/main" id="{DA18CE72-5AB9-D240-BD2D-BE7ABBF939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720688" y="1716447"/>
                <a:ext cx="720558" cy="279400"/>
              </a:xfrm>
              <a:prstGeom prst="rect">
                <a:avLst/>
              </a:prstGeom>
            </p:spPr>
          </p:pic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C7D4919-453A-654B-A03B-94876194D115}"/>
                </a:ext>
              </a:extLst>
            </p:cNvPr>
            <p:cNvSpPr txBox="1"/>
            <p:nvPr/>
          </p:nvSpPr>
          <p:spPr>
            <a:xfrm>
              <a:off x="7670800" y="1749731"/>
              <a:ext cx="1035916" cy="23083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b="1"/>
                <a:t>BXH tháng 04</a:t>
              </a:r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1D75FE6D-5BD9-7940-B63E-DF6543A36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70104" y="1995847"/>
              <a:ext cx="1519669" cy="52282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FAF84EA-83B7-7646-9DC0-29142A0CA56E}"/>
                </a:ext>
              </a:extLst>
            </p:cNvPr>
            <p:cNvSpPr txBox="1"/>
            <p:nvPr/>
          </p:nvSpPr>
          <p:spPr>
            <a:xfrm>
              <a:off x="6616826" y="1168225"/>
              <a:ext cx="231256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>
                  <a:solidFill>
                    <a:schemeClr val="bg1"/>
                  </a:solidFill>
                </a:rPr>
                <a:t>GAME 1</a:t>
              </a:r>
            </a:p>
            <a:p>
              <a:r>
                <a:rPr lang="en-US" sz="1400" b="1">
                  <a:solidFill>
                    <a:schemeClr val="bg1"/>
                  </a:solidFill>
                </a:rPr>
                <a:t>PHÂN LOẠI DƯỠNG CHẤT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D81572CC-62A8-7F4A-A8D7-5C8CF1B91E07}"/>
              </a:ext>
            </a:extLst>
          </p:cNvPr>
          <p:cNvSpPr/>
          <p:nvPr/>
        </p:nvSpPr>
        <p:spPr>
          <a:xfrm>
            <a:off x="3390029" y="3435041"/>
            <a:ext cx="1049434" cy="2770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Hướng dẫn</a:t>
            </a:r>
          </a:p>
        </p:txBody>
      </p:sp>
    </p:spTree>
    <p:extLst>
      <p:ext uri="{BB962C8B-B14F-4D97-AF65-F5344CB8AC3E}">
        <p14:creationId xmlns:p14="http://schemas.microsoft.com/office/powerpoint/2010/main" val="3537598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9759886-CBA5-4912-A8BF-37222CC3391F}"/>
              </a:ext>
            </a:extLst>
          </p:cNvPr>
          <p:cNvSpPr/>
          <p:nvPr/>
        </p:nvSpPr>
        <p:spPr>
          <a:xfrm>
            <a:off x="1373384" y="5816554"/>
            <a:ext cx="239722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100" dirty="0"/>
              <a:t>Screen </a:t>
            </a:r>
            <a:r>
              <a:rPr lang="en-US" sz="1100" dirty="0" err="1"/>
              <a:t>hướng</a:t>
            </a:r>
            <a:r>
              <a:rPr lang="en-US" sz="1100" dirty="0"/>
              <a:t> </a:t>
            </a:r>
            <a:r>
              <a:rPr lang="en-US" sz="1100" dirty="0" err="1"/>
              <a:t>dẫn</a:t>
            </a:r>
            <a:r>
              <a:rPr lang="en-US" sz="1100" dirty="0"/>
              <a:t>: </a:t>
            </a:r>
            <a:r>
              <a:rPr lang="en-US" sz="1100" dirty="0" err="1"/>
              <a:t>sau</a:t>
            </a:r>
            <a:r>
              <a:rPr lang="en-US" sz="1100" dirty="0"/>
              <a:t> </a:t>
            </a:r>
            <a:r>
              <a:rPr lang="en-US" sz="1100" dirty="0" err="1"/>
              <a:t>khi</a:t>
            </a:r>
            <a:r>
              <a:rPr lang="en-US" sz="1100" dirty="0"/>
              <a:t> user </a:t>
            </a:r>
            <a:r>
              <a:rPr lang="en-US" sz="1100" dirty="0" err="1"/>
              <a:t>nhấn</a:t>
            </a:r>
            <a:r>
              <a:rPr lang="en-US" sz="1100" dirty="0"/>
              <a:t> </a:t>
            </a:r>
            <a:r>
              <a:rPr lang="en-US" sz="1100" dirty="0" err="1"/>
              <a:t>bắt</a:t>
            </a:r>
            <a:r>
              <a:rPr lang="en-US" sz="1100" dirty="0"/>
              <a:t> </a:t>
            </a:r>
            <a:r>
              <a:rPr lang="en-US" sz="1100" dirty="0" err="1"/>
              <a:t>đầu</a:t>
            </a:r>
            <a:r>
              <a:rPr lang="en-US" sz="1100" dirty="0"/>
              <a:t>, </a:t>
            </a:r>
            <a:r>
              <a:rPr lang="en-US" sz="1100" dirty="0" err="1"/>
              <a:t>số</a:t>
            </a:r>
            <a:r>
              <a:rPr lang="en-US" sz="1100" dirty="0"/>
              <a:t> </a:t>
            </a:r>
            <a:r>
              <a:rPr lang="en-US" sz="1100" dirty="0" err="1"/>
              <a:t>đếm</a:t>
            </a:r>
            <a:r>
              <a:rPr lang="en-US" sz="1100" dirty="0"/>
              <a:t> </a:t>
            </a:r>
            <a:r>
              <a:rPr lang="en-US" sz="1100" dirty="0" err="1"/>
              <a:t>ngược</a:t>
            </a:r>
            <a:r>
              <a:rPr lang="en-US" sz="1100" dirty="0"/>
              <a:t> 5s, </a:t>
            </a:r>
            <a:r>
              <a:rPr lang="en-US" sz="1100" dirty="0" err="1"/>
              <a:t>hiện</a:t>
            </a:r>
            <a:r>
              <a:rPr lang="en-US" sz="1100" dirty="0"/>
              <a:t> CTA </a:t>
            </a:r>
            <a:r>
              <a:rPr lang="en-US" sz="1100" dirty="0" err="1"/>
              <a:t>hướng</a:t>
            </a:r>
            <a:r>
              <a:rPr lang="en-US" sz="1100" dirty="0"/>
              <a:t> </a:t>
            </a:r>
            <a:r>
              <a:rPr lang="en-US" sz="1100" dirty="0" err="1"/>
              <a:t>dẫn</a:t>
            </a:r>
            <a:r>
              <a:rPr lang="en-US" sz="1100" dirty="0"/>
              <a:t> </a:t>
            </a:r>
            <a:r>
              <a:rPr lang="en-US" sz="1100" dirty="0" err="1"/>
              <a:t>nhấn</a:t>
            </a:r>
            <a:r>
              <a:rPr lang="en-US" sz="1100" dirty="0"/>
              <a:t> </a:t>
            </a:r>
            <a:r>
              <a:rPr lang="en-US" sz="1100" dirty="0" err="1"/>
              <a:t>nút</a:t>
            </a:r>
            <a:r>
              <a:rPr lang="en-US" sz="1100" dirty="0"/>
              <a:t> </a:t>
            </a:r>
            <a:r>
              <a:rPr lang="en-US" sz="1100" dirty="0" err="1"/>
              <a:t>để</a:t>
            </a:r>
            <a:r>
              <a:rPr lang="en-US" sz="1100" dirty="0"/>
              <a:t> </a:t>
            </a:r>
            <a:r>
              <a:rPr lang="en-US" sz="1100" dirty="0" err="1"/>
              <a:t>phân</a:t>
            </a:r>
            <a:r>
              <a:rPr lang="en-US" sz="1100" dirty="0"/>
              <a:t> </a:t>
            </a:r>
            <a:r>
              <a:rPr lang="en-US" sz="1100" dirty="0" err="1"/>
              <a:t>loại</a:t>
            </a:r>
            <a:endParaRPr lang="vi-VN" sz="1100" dirty="0"/>
          </a:p>
        </p:txBody>
      </p:sp>
      <p:pic>
        <p:nvPicPr>
          <p:cNvPr id="4" name="Picture 2" descr="https://b.f8.photo.talk.zdn.vn/4155660987817025926/31c23484f6e80bb652f9.jpg">
            <a:extLst>
              <a:ext uri="{FF2B5EF4-FFF2-40B4-BE49-F238E27FC236}">
                <a16:creationId xmlns:a16="http://schemas.microsoft.com/office/drawing/2014/main" id="{B89EC24E-06B4-452E-9BD2-D19699A71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447800"/>
            <a:ext cx="2399432" cy="429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b.f9.photo.talk.zdn.vn/4375488600750382101/56b83515f3790e275768.jpg">
            <a:extLst>
              <a:ext uri="{FF2B5EF4-FFF2-40B4-BE49-F238E27FC236}">
                <a16:creationId xmlns:a16="http://schemas.microsoft.com/office/drawing/2014/main" id="{CB85971E-E584-4AAB-9D03-9D42DFB0E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832" y="1466052"/>
            <a:ext cx="2397221" cy="427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B66064-040B-480D-A429-32185D119FD6}"/>
              </a:ext>
            </a:extLst>
          </p:cNvPr>
          <p:cNvSpPr/>
          <p:nvPr/>
        </p:nvSpPr>
        <p:spPr>
          <a:xfrm>
            <a:off x="3991265" y="5820914"/>
            <a:ext cx="239722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/>
              <a:t>Màn</a:t>
            </a:r>
            <a:r>
              <a:rPr lang="en-US" sz="1100" dirty="0"/>
              <a:t> </a:t>
            </a:r>
            <a:r>
              <a:rPr lang="en-US" sz="1100" dirty="0" err="1"/>
              <a:t>hình</a:t>
            </a:r>
            <a:r>
              <a:rPr lang="en-US" sz="1100" dirty="0"/>
              <a:t> </a:t>
            </a:r>
            <a:r>
              <a:rPr lang="en-US" sz="1100" dirty="0" err="1"/>
              <a:t>chơi</a:t>
            </a:r>
            <a:r>
              <a:rPr lang="en-US" sz="1100" dirty="0"/>
              <a:t> game: Sau 5s </a:t>
            </a:r>
            <a:r>
              <a:rPr lang="en-US" sz="1100" dirty="0" err="1"/>
              <a:t>hướng</a:t>
            </a:r>
            <a:r>
              <a:rPr lang="en-US" sz="1100" dirty="0"/>
              <a:t> </a:t>
            </a:r>
            <a:r>
              <a:rPr lang="en-US" sz="1100" dirty="0" err="1"/>
              <a:t>dẫn</a:t>
            </a:r>
            <a:r>
              <a:rPr lang="en-US" sz="1100" dirty="0"/>
              <a:t>, </a:t>
            </a:r>
            <a:r>
              <a:rPr lang="en-US" sz="1100" dirty="0" err="1"/>
              <a:t>các</a:t>
            </a:r>
            <a:r>
              <a:rPr lang="en-US" sz="1100" dirty="0"/>
              <a:t> </a:t>
            </a:r>
            <a:r>
              <a:rPr lang="en-US" sz="1100" dirty="0" err="1"/>
              <a:t>dưỡng</a:t>
            </a:r>
            <a:r>
              <a:rPr lang="en-US" sz="1100" dirty="0"/>
              <a:t> </a:t>
            </a:r>
            <a:r>
              <a:rPr lang="en-US" sz="1100" dirty="0" err="1"/>
              <a:t>chất</a:t>
            </a:r>
            <a:r>
              <a:rPr lang="en-US" sz="1100" dirty="0"/>
              <a:t> </a:t>
            </a:r>
            <a:r>
              <a:rPr lang="en-US" sz="1100" dirty="0" err="1"/>
              <a:t>bắt</a:t>
            </a:r>
            <a:r>
              <a:rPr lang="en-US" sz="1100" dirty="0"/>
              <a:t> </a:t>
            </a:r>
            <a:r>
              <a:rPr lang="en-US" sz="1100" dirty="0" err="1"/>
              <a:t>đầu</a:t>
            </a:r>
            <a:r>
              <a:rPr lang="en-US" sz="1100" dirty="0"/>
              <a:t> </a:t>
            </a:r>
            <a:r>
              <a:rPr lang="en-US" sz="1100" dirty="0" err="1"/>
              <a:t>rơi</a:t>
            </a:r>
            <a:r>
              <a:rPr lang="en-US" sz="1100" dirty="0"/>
              <a:t> </a:t>
            </a:r>
            <a:r>
              <a:rPr lang="en-US" sz="1100" dirty="0" err="1"/>
              <a:t>xuống</a:t>
            </a:r>
            <a:r>
              <a:rPr lang="en-US" sz="1100" dirty="0"/>
              <a:t>, </a:t>
            </a:r>
            <a:r>
              <a:rPr lang="en-US" sz="1100" dirty="0" err="1"/>
              <a:t>tốc</a:t>
            </a:r>
            <a:r>
              <a:rPr lang="en-US" sz="1100" dirty="0"/>
              <a:t> </a:t>
            </a:r>
            <a:r>
              <a:rPr lang="en-US" sz="1100" dirty="0" err="1"/>
              <a:t>độ</a:t>
            </a:r>
            <a:r>
              <a:rPr lang="en-US" sz="1100" dirty="0"/>
              <a:t> </a:t>
            </a:r>
            <a:r>
              <a:rPr lang="en-US" sz="1100" dirty="0" err="1"/>
              <a:t>từ</a:t>
            </a:r>
            <a:r>
              <a:rPr lang="en-US" sz="1100" dirty="0"/>
              <a:t> </a:t>
            </a:r>
            <a:r>
              <a:rPr lang="en-US" sz="1100" dirty="0" err="1"/>
              <a:t>từ</a:t>
            </a:r>
            <a:r>
              <a:rPr lang="en-US" sz="1100" dirty="0"/>
              <a:t> </a:t>
            </a:r>
            <a:r>
              <a:rPr lang="en-US" sz="1100" dirty="0" err="1"/>
              <a:t>nhanh</a:t>
            </a:r>
            <a:r>
              <a:rPr lang="en-US" sz="1100" dirty="0"/>
              <a:t> </a:t>
            </a:r>
            <a:r>
              <a:rPr lang="en-US" sz="1100" dirty="0" err="1"/>
              <a:t>dần</a:t>
            </a:r>
            <a:r>
              <a:rPr lang="en-US" sz="1100" dirty="0"/>
              <a:t> </a:t>
            </a:r>
            <a:endParaRPr lang="vi-VN" sz="11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B3292BE-A7EF-46EB-9C1F-362666305BEE}"/>
              </a:ext>
            </a:extLst>
          </p:cNvPr>
          <p:cNvCxnSpPr>
            <a:cxnSpLocks/>
          </p:cNvCxnSpPr>
          <p:nvPr/>
        </p:nvCxnSpPr>
        <p:spPr>
          <a:xfrm flipV="1">
            <a:off x="10296448" y="1430613"/>
            <a:ext cx="938320" cy="2195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F47E2E-6C72-42E3-95E0-25F82071444B}"/>
              </a:ext>
            </a:extLst>
          </p:cNvPr>
          <p:cNvCxnSpPr>
            <a:cxnSpLocks/>
          </p:cNvCxnSpPr>
          <p:nvPr/>
        </p:nvCxnSpPr>
        <p:spPr>
          <a:xfrm flipV="1">
            <a:off x="10296448" y="2529113"/>
            <a:ext cx="938320" cy="1096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83C072-FAA9-432F-995B-51A9A24E5D9B}"/>
              </a:ext>
            </a:extLst>
          </p:cNvPr>
          <p:cNvCxnSpPr>
            <a:cxnSpLocks/>
          </p:cNvCxnSpPr>
          <p:nvPr/>
        </p:nvCxnSpPr>
        <p:spPr>
          <a:xfrm>
            <a:off x="10296448" y="3625717"/>
            <a:ext cx="938320" cy="122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FD35AD-10BA-49E6-969C-21790BD76B1A}"/>
              </a:ext>
            </a:extLst>
          </p:cNvPr>
          <p:cNvCxnSpPr>
            <a:cxnSpLocks/>
          </p:cNvCxnSpPr>
          <p:nvPr/>
        </p:nvCxnSpPr>
        <p:spPr>
          <a:xfrm>
            <a:off x="10296448" y="3625717"/>
            <a:ext cx="938320" cy="1454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4" descr="https://b.f6.photo.talk.zdn.vn/7815487777083478611/f363fc641561e83fb170.jpg">
            <a:extLst>
              <a:ext uri="{FF2B5EF4-FFF2-40B4-BE49-F238E27FC236}">
                <a16:creationId xmlns:a16="http://schemas.microsoft.com/office/drawing/2014/main" id="{C08B99FB-369F-4974-9AE5-38A8BDDBF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955" y="1450368"/>
            <a:ext cx="2396541" cy="426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F65E519-2268-4AA2-9351-52F0B907EA94}"/>
              </a:ext>
            </a:extLst>
          </p:cNvPr>
          <p:cNvSpPr/>
          <p:nvPr/>
        </p:nvSpPr>
        <p:spPr>
          <a:xfrm>
            <a:off x="1692868" y="3355905"/>
            <a:ext cx="1863145" cy="5878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6E29C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NHẤN NÚT ĐỂ PHÂN LOẠI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FBBDD6-8824-406F-9006-13C2957755BD}"/>
              </a:ext>
            </a:extLst>
          </p:cNvPr>
          <p:cNvSpPr/>
          <p:nvPr/>
        </p:nvSpPr>
        <p:spPr>
          <a:xfrm>
            <a:off x="2393448" y="2455186"/>
            <a:ext cx="4619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>
                <a:ln>
                  <a:solidFill>
                    <a:srgbClr val="F6E29C"/>
                  </a:solidFill>
                </a:ln>
                <a:solidFill>
                  <a:srgbClr val="005CA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0E02A2-2E72-4DBD-8C3A-47204B8E75CA}"/>
              </a:ext>
            </a:extLst>
          </p:cNvPr>
          <p:cNvSpPr/>
          <p:nvPr/>
        </p:nvSpPr>
        <p:spPr>
          <a:xfrm>
            <a:off x="8696002" y="5787249"/>
            <a:ext cx="239722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/>
              <a:t>Màn</a:t>
            </a:r>
            <a:r>
              <a:rPr lang="en-US" sz="1100" dirty="0"/>
              <a:t> </a:t>
            </a:r>
            <a:r>
              <a:rPr lang="en-US" sz="1100" dirty="0" err="1"/>
              <a:t>hình</a:t>
            </a:r>
            <a:r>
              <a:rPr lang="en-US" sz="1100" dirty="0"/>
              <a:t> </a:t>
            </a:r>
            <a:r>
              <a:rPr lang="en-US" sz="1100" dirty="0" err="1"/>
              <a:t>kết</a:t>
            </a:r>
            <a:r>
              <a:rPr lang="en-US" sz="1100" dirty="0"/>
              <a:t> </a:t>
            </a:r>
            <a:r>
              <a:rPr lang="en-US" sz="1100" dirty="0" err="1"/>
              <a:t>thúc</a:t>
            </a:r>
            <a:r>
              <a:rPr lang="en-US" sz="1100" dirty="0"/>
              <a:t>: </a:t>
            </a:r>
            <a:r>
              <a:rPr lang="en-US" sz="1100" dirty="0" err="1"/>
              <a:t>Người</a:t>
            </a:r>
            <a:r>
              <a:rPr lang="en-US" sz="1100" dirty="0"/>
              <a:t> </a:t>
            </a:r>
            <a:r>
              <a:rPr lang="en-US" sz="1100" dirty="0" err="1"/>
              <a:t>chơi</a:t>
            </a:r>
            <a:r>
              <a:rPr lang="en-US" sz="1100" dirty="0"/>
              <a:t> </a:t>
            </a:r>
            <a:r>
              <a:rPr lang="en-US" sz="1100" dirty="0" err="1"/>
              <a:t>nhận</a:t>
            </a:r>
            <a:r>
              <a:rPr lang="en-US" sz="1100" dirty="0"/>
              <a:t> </a:t>
            </a:r>
            <a:r>
              <a:rPr lang="en-US" sz="1100" dirty="0" err="1"/>
              <a:t>thông</a:t>
            </a:r>
            <a:r>
              <a:rPr lang="en-US" sz="1100" dirty="0"/>
              <a:t> </a:t>
            </a:r>
            <a:r>
              <a:rPr lang="en-US" sz="1100" dirty="0" err="1"/>
              <a:t>báo</a:t>
            </a:r>
            <a:r>
              <a:rPr lang="en-US" sz="1100" dirty="0"/>
              <a:t> </a:t>
            </a:r>
            <a:r>
              <a:rPr lang="en-US" sz="1100" dirty="0" err="1"/>
              <a:t>tương</a:t>
            </a:r>
            <a:r>
              <a:rPr lang="en-US" sz="1100" dirty="0"/>
              <a:t> </a:t>
            </a:r>
            <a:r>
              <a:rPr lang="en-US" sz="1100" dirty="0" err="1"/>
              <a:t>ứng</a:t>
            </a:r>
            <a:r>
              <a:rPr lang="en-US" sz="1100" dirty="0"/>
              <a:t> </a:t>
            </a:r>
            <a:r>
              <a:rPr lang="en-US" sz="1100" dirty="0" err="1"/>
              <a:t>số</a:t>
            </a:r>
            <a:r>
              <a:rPr lang="en-US" sz="1100" dirty="0"/>
              <a:t> </a:t>
            </a:r>
            <a:r>
              <a:rPr lang="en-US" sz="1100" dirty="0" err="1"/>
              <a:t>đạt</a:t>
            </a:r>
            <a:r>
              <a:rPr lang="en-US" sz="1100" dirty="0"/>
              <a:t> </a:t>
            </a:r>
            <a:r>
              <a:rPr lang="en-US" sz="1100" dirty="0" err="1"/>
              <a:t>được</a:t>
            </a:r>
            <a:r>
              <a:rPr lang="en-US" sz="1100" dirty="0"/>
              <a:t>.</a:t>
            </a:r>
            <a:endParaRPr lang="vi-VN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6F783F7-4910-4389-A7CF-23020B431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8575" y="1442131"/>
            <a:ext cx="2405809" cy="429698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00C2C5C-6FA6-4080-97B8-2E63166C20B9}"/>
              </a:ext>
            </a:extLst>
          </p:cNvPr>
          <p:cNvSpPr/>
          <p:nvPr/>
        </p:nvSpPr>
        <p:spPr>
          <a:xfrm>
            <a:off x="6242734" y="5816554"/>
            <a:ext cx="239722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/>
              <a:t>Màn</a:t>
            </a:r>
            <a:r>
              <a:rPr lang="en-US" sz="1100" dirty="0"/>
              <a:t> </a:t>
            </a:r>
            <a:r>
              <a:rPr lang="en-US" sz="1100" dirty="0" err="1"/>
              <a:t>hình</a:t>
            </a:r>
            <a:r>
              <a:rPr lang="en-US" sz="1100" dirty="0"/>
              <a:t> </a:t>
            </a:r>
            <a:r>
              <a:rPr lang="en-US" sz="1100" dirty="0" err="1"/>
              <a:t>hoàn</a:t>
            </a:r>
            <a:r>
              <a:rPr lang="en-US" sz="1100" dirty="0"/>
              <a:t> </a:t>
            </a:r>
            <a:r>
              <a:rPr lang="en-US" sz="1100" dirty="0" err="1"/>
              <a:t>thành</a:t>
            </a:r>
            <a:r>
              <a:rPr lang="en-US" sz="1100" dirty="0"/>
              <a:t> </a:t>
            </a:r>
            <a:r>
              <a:rPr lang="en-US" sz="1100" dirty="0" err="1"/>
              <a:t>trò</a:t>
            </a:r>
            <a:r>
              <a:rPr lang="en-US" sz="1100" dirty="0"/>
              <a:t> </a:t>
            </a:r>
            <a:r>
              <a:rPr lang="en-US" sz="1100" dirty="0" err="1"/>
              <a:t>chơi</a:t>
            </a:r>
            <a:r>
              <a:rPr lang="en-US" sz="1100" dirty="0"/>
              <a:t>: </a:t>
            </a:r>
            <a:r>
              <a:rPr lang="en-US" sz="1100" dirty="0" err="1"/>
              <a:t>hai</a:t>
            </a:r>
            <a:r>
              <a:rPr lang="en-US" sz="1100" dirty="0"/>
              <a:t> </a:t>
            </a:r>
            <a:r>
              <a:rPr lang="en-US" sz="1100" dirty="0" err="1"/>
              <a:t>dưỡng</a:t>
            </a:r>
            <a:r>
              <a:rPr lang="en-US" sz="1100" dirty="0"/>
              <a:t> </a:t>
            </a:r>
            <a:r>
              <a:rPr lang="en-US" sz="1100" dirty="0" err="1"/>
              <a:t>chất</a:t>
            </a:r>
            <a:r>
              <a:rPr lang="en-US" sz="1100" dirty="0"/>
              <a:t> bay </a:t>
            </a:r>
            <a:r>
              <a:rPr lang="en-US" sz="1100" dirty="0" err="1"/>
              <a:t>vào</a:t>
            </a:r>
            <a:r>
              <a:rPr lang="en-US" sz="1100" dirty="0"/>
              <a:t> </a:t>
            </a:r>
            <a:r>
              <a:rPr lang="en-US" sz="1100" dirty="0" err="1"/>
              <a:t>trong</a:t>
            </a:r>
            <a:r>
              <a:rPr lang="en-US" sz="1100" dirty="0"/>
              <a:t> </a:t>
            </a:r>
            <a:r>
              <a:rPr lang="en-US" sz="1100" dirty="0" err="1"/>
              <a:t>lon</a:t>
            </a:r>
            <a:r>
              <a:rPr lang="en-US" sz="1100" dirty="0"/>
              <a:t> </a:t>
            </a:r>
            <a:r>
              <a:rPr lang="en-US" sz="1100" dirty="0" err="1"/>
              <a:t>sữa</a:t>
            </a:r>
            <a:r>
              <a:rPr lang="en-US" sz="1100" dirty="0"/>
              <a:t> S4</a:t>
            </a:r>
            <a:endParaRPr lang="vi-VN" sz="1100" dirty="0"/>
          </a:p>
        </p:txBody>
      </p:sp>
      <p:sp>
        <p:nvSpPr>
          <p:cNvPr id="17" name="Rounded Rectangle 174">
            <a:extLst>
              <a:ext uri="{FF2B5EF4-FFF2-40B4-BE49-F238E27FC236}">
                <a16:creationId xmlns:a16="http://schemas.microsoft.com/office/drawing/2014/main" id="{E857F5C0-04CA-4D85-B7D3-2978AD4E6CE1}"/>
              </a:ext>
            </a:extLst>
          </p:cNvPr>
          <p:cNvSpPr/>
          <p:nvPr/>
        </p:nvSpPr>
        <p:spPr>
          <a:xfrm>
            <a:off x="2891563" y="927413"/>
            <a:ext cx="3360495" cy="558800"/>
          </a:xfrm>
          <a:prstGeom prst="roundRect">
            <a:avLst/>
          </a:prstGeom>
          <a:solidFill>
            <a:srgbClr val="014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GAME 1: PHÂN LOẠI DƯỠNG CHẤT</a:t>
            </a: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8E1C2BE5-37EF-40F6-88D8-CE02A04BF32A}"/>
              </a:ext>
            </a:extLst>
          </p:cNvPr>
          <p:cNvSpPr/>
          <p:nvPr/>
        </p:nvSpPr>
        <p:spPr>
          <a:xfrm>
            <a:off x="-9400" y="0"/>
            <a:ext cx="12192000" cy="769620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19070FE3-42D5-4773-8DEA-1D8E5EC99461}"/>
              </a:ext>
            </a:extLst>
          </p:cNvPr>
          <p:cNvSpPr txBox="1">
            <a:spLocks/>
          </p:cNvSpPr>
          <p:nvPr/>
        </p:nvSpPr>
        <p:spPr>
          <a:xfrm>
            <a:off x="335374" y="140335"/>
            <a:ext cx="10561226" cy="3999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entury Gothic"/>
                <a:ea typeface="+mj-ea"/>
                <a:cs typeface="Century Gothic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800" dirty="0">
                <a:solidFill>
                  <a:prstClr val="white"/>
                </a:solidFill>
                <a:latin typeface="Century Gothic" panose="020B0502020202020204" pitchFamily="34" charset="0"/>
              </a:rPr>
              <a:t>MECHANIC – GAME 01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5502DBD-693E-4A1C-B8E0-1D68846D0F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785" y="4590847"/>
            <a:ext cx="583620" cy="60484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A349DB4-AB56-407F-A450-3CFDBDC2C3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4006" y="4590847"/>
            <a:ext cx="583620" cy="60484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DE6C52D-12BC-485C-9DE2-353CAB90E2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1496" y="2614304"/>
            <a:ext cx="583620" cy="60484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CFC969D-E62B-4F21-8787-AA050FA0EDE3}"/>
              </a:ext>
            </a:extLst>
          </p:cNvPr>
          <p:cNvSpPr txBox="1"/>
          <p:nvPr/>
        </p:nvSpPr>
        <p:spPr>
          <a:xfrm>
            <a:off x="2804024" y="5494917"/>
            <a:ext cx="11181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</a:rPr>
              <a:t>HỖ TRỢ HỆ TIÊU HÓA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B11D5B-8EB3-4952-ADB5-C3605C4CCDD5}"/>
              </a:ext>
            </a:extLst>
          </p:cNvPr>
          <p:cNvSpPr txBox="1"/>
          <p:nvPr/>
        </p:nvSpPr>
        <p:spPr>
          <a:xfrm>
            <a:off x="5092624" y="5457564"/>
            <a:ext cx="11181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</a:rPr>
              <a:t>HỖ TRỢ HỆ TIÊU HÓA</a:t>
            </a:r>
          </a:p>
        </p:txBody>
      </p:sp>
    </p:spTree>
    <p:extLst>
      <p:ext uri="{BB962C8B-B14F-4D97-AF65-F5344CB8AC3E}">
        <p14:creationId xmlns:p14="http://schemas.microsoft.com/office/powerpoint/2010/main" val="2871531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74">
            <a:extLst>
              <a:ext uri="{FF2B5EF4-FFF2-40B4-BE49-F238E27FC236}">
                <a16:creationId xmlns:a16="http://schemas.microsoft.com/office/drawing/2014/main" id="{F5229F15-CD65-4841-ADCD-FEA9F4756FC6}"/>
              </a:ext>
            </a:extLst>
          </p:cNvPr>
          <p:cNvSpPr/>
          <p:nvPr/>
        </p:nvSpPr>
        <p:spPr>
          <a:xfrm>
            <a:off x="3644541" y="937474"/>
            <a:ext cx="4078163" cy="558800"/>
          </a:xfrm>
          <a:prstGeom prst="roundRect">
            <a:avLst/>
          </a:prstGeom>
          <a:solidFill>
            <a:srgbClr val="014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GAME 2: BỘ BA D</a:t>
            </a:r>
            <a:r>
              <a:rPr lang="vi-VN" sz="1600" b="1" dirty="0"/>
              <a:t>Ư</a:t>
            </a:r>
            <a:r>
              <a:rPr lang="en-US" sz="1600" b="1" dirty="0"/>
              <a:t>ỠNG CHẤT VÀNG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C9B0694-3123-4704-85EF-4F9885DF5395}"/>
              </a:ext>
            </a:extLst>
          </p:cNvPr>
          <p:cNvSpPr txBox="1">
            <a:spLocks/>
          </p:cNvSpPr>
          <p:nvPr/>
        </p:nvSpPr>
        <p:spPr>
          <a:xfrm>
            <a:off x="333895" y="3952"/>
            <a:ext cx="10515600" cy="7870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noProof="0" dirty="0">
                <a:solidFill>
                  <a:prstClr val="white"/>
                </a:solidFill>
                <a:latin typeface="Century Gothic" panose="020B0502020202020204" pitchFamily="34" charset="0"/>
              </a:rPr>
              <a:t>MECHANIC – GAME 01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pic>
        <p:nvPicPr>
          <p:cNvPr id="27" name="Picture 2" descr="https://attachments.office.net/owa/dantl%40adtima.vn/service.svc/s/GetAttachmentThumbnail?id=AAMkADgwMjZkOWFhLTY4ODgtNDZmYS04MTRmLTczNDVmMTRkMDljNwBGAAAAAACyb8HNSzhRQr5EO%2FukrKebBwBmA5pb5KwFS7exn6yyoOMoAAAAAAEJAABmA5pb5KwFS7exn6yyoOMoAAHSX%2B%2BoAAABEgAQAPJCYh5%2FxIpNpuxIDTqYE9s%3D&amp;thumbnailType=2&amp;owa=outlook.office365.com&amp;scriptVer=2020062103.08&amp;X-OWA-CANARY=EUQo3bdyU0GdD-PIfdq02KBwU7EvH9gYJvt__wNhwY3-MXMF4_UxAIuVpEOyLbRhVxlk7pHTJbA.&amp;token=eyJhbGciOiJSUzI1NiIsImtpZCI6IjU2MzU4ODUyMzRCOTI1MkRERTAwNTc2NkQ5RDlGMjc2NTY1RjYzRTIiLCJ4NXQiOiJWaldJVWpTNUpTM2VBRmRtMmRueWRsWmZZLUkiLCJ0eXAiOiJKV1QifQ.eyJvcmlnaW4iOiJodHRwczovL291dGxvb2sub2ZmaWNlMzY1LmNvbSIsInVjIjoiMGQ0MzQzYmY4NWY0NGQ4ODkwOTFhNTJjNmY0OTc5MjciLCJzaWduaW5fc3RhdGUiOiJbXCJrbXNpXCJdIiwidmVyIjoiRXhjaGFuZ2UuQ2FsbGJhY2suVjEiLCJhcHBjdHhzZW5kZXIiOiJPd2FEb3dubG9hZEA3YzExMmE2ZS0xMGUyLTRlMDktYWZjNC0yZTM3YmM2MGQ4MjEiLCJpc3NyaW5nIjoiV1ciLCJhcHBjdHgiOiJ7XCJtc2V4Y2hwcm90XCI6XCJvd2FcIixcInByaW1hcnlzaWRcIjpcIlMtMS01LTIxLTk2NDU5MjQxOS0zMjQyNDI3ODIzLTU5OTAzMDkzNC0xNDcwMTE5NlwiLFwicHVpZFwiOlwiMTE1Mzk3NzAyNTc3NzQxNDIwNFwiLFwib2lkXCI6XCI5ZjQ4YTBkMC0xOGQzLTQyODItYjg2Yi1mOWJlYmE1ZTRlYzhcIixcInNjb3BlXCI6XCJPd2FEb3dubG9hZFwifSIsIm5iZiI6MTU5Mzc2Njc0NSwiZXhwIjoxNTkzNzY3MzQ1LCJpc3MiOiIwMDAwMDAwMi0wMDAwLTBmZjEtY2UwMC0wMDAwMDAwMDAwMDBAN2MxMTJhNmUtMTBlMi00ZTA5LWFmYzQtMmUzN2JjNjBkODIxIiwiYXVkIjoiMDAwMDAwMDItMDAwMC0wZmYxLWNlMDAtMDAwMDAwMDAwMDAwL2F0dGFjaG1lbnRzLm9mZmljZS5uZXRAN2MxMTJhNmUtMTBlMi00ZTA5LWFmYzQtMmUzN2JjNjBkODIxIiwiaGFwcCI6Im93YSJ9.ZAShI1lAI28rPVzcd3zSdUH28lbNZIsHJ4tBn0HgKb_r0hPnKQMIJy3RqMZlr1oM4mhaf0g5nF7hsApCuBnJwB6HYogzUyvDal7--jW23EaheSSY8dIfyTd2nzDo5fKJYi1TvOre53U_NxwT5sTzvxFn373JS942mSnuT8SH0llQgC0-ePu_743yoAQPdifOSYVo9g_pdOwq8g1IKEXK2N8KcvWAwn6TiYTWkZjaUj5wModOwjOZGdL9__bQnt5_vjmCIdW8GGqQXhDlwi-BDydofX28rSdEWKBj63yH4v-I1475cOwLKX7a5J2YaQy0J83Tr8xtEshqsZDGrFKWyw&amp;animation=true">
            <a:extLst>
              <a:ext uri="{FF2B5EF4-FFF2-40B4-BE49-F238E27FC236}">
                <a16:creationId xmlns:a16="http://schemas.microsoft.com/office/drawing/2014/main" id="{32AD32C3-CA2C-43EA-AF92-4410FAAF5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717129"/>
            <a:ext cx="2397381" cy="426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object 3">
            <a:extLst>
              <a:ext uri="{FF2B5EF4-FFF2-40B4-BE49-F238E27FC236}">
                <a16:creationId xmlns:a16="http://schemas.microsoft.com/office/drawing/2014/main" id="{442F093E-2B69-4256-BE37-64ED646D468E}"/>
              </a:ext>
            </a:extLst>
          </p:cNvPr>
          <p:cNvSpPr/>
          <p:nvPr/>
        </p:nvSpPr>
        <p:spPr>
          <a:xfrm>
            <a:off x="-9400" y="0"/>
            <a:ext cx="12192000" cy="769620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2CDF0F73-05DC-4F76-B52D-F010BF9B07F1}"/>
              </a:ext>
            </a:extLst>
          </p:cNvPr>
          <p:cNvSpPr txBox="1">
            <a:spLocks/>
          </p:cNvSpPr>
          <p:nvPr/>
        </p:nvSpPr>
        <p:spPr>
          <a:xfrm>
            <a:off x="335374" y="140335"/>
            <a:ext cx="10561226" cy="3999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entury Gothic"/>
                <a:ea typeface="+mj-ea"/>
                <a:cs typeface="Century Gothic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800" dirty="0">
                <a:solidFill>
                  <a:prstClr val="white"/>
                </a:solidFill>
                <a:latin typeface="Century Gothic" panose="020B0502020202020204" pitchFamily="34" charset="0"/>
              </a:rPr>
              <a:t>MECHANIC – GAME 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B68A61-6056-4660-8ED7-B6B8A3D24292}"/>
              </a:ext>
            </a:extLst>
          </p:cNvPr>
          <p:cNvSpPr txBox="1"/>
          <p:nvPr/>
        </p:nvSpPr>
        <p:spPr>
          <a:xfrm>
            <a:off x="5769741" y="2178707"/>
            <a:ext cx="1952963" cy="254049"/>
          </a:xfrm>
          <a:prstGeom prst="rect">
            <a:avLst/>
          </a:prstGeom>
          <a:solidFill>
            <a:srgbClr val="82CDFE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u="sng" dirty="0">
                <a:solidFill>
                  <a:srgbClr val="124083"/>
                </a:solidFill>
              </a:rPr>
              <a:t>H</a:t>
            </a:r>
            <a:r>
              <a:rPr lang="vi-VN" sz="1050" u="sng" dirty="0">
                <a:solidFill>
                  <a:srgbClr val="124083"/>
                </a:solidFill>
              </a:rPr>
              <a:t>ư</a:t>
            </a:r>
            <a:r>
              <a:rPr lang="en-US" sz="1050" u="sng" dirty="0" err="1">
                <a:solidFill>
                  <a:srgbClr val="124083"/>
                </a:solidFill>
              </a:rPr>
              <a:t>ớng</a:t>
            </a:r>
            <a:r>
              <a:rPr lang="en-US" sz="1050" u="sng" dirty="0">
                <a:solidFill>
                  <a:srgbClr val="124083"/>
                </a:solidFill>
              </a:rPr>
              <a:t> </a:t>
            </a:r>
            <a:r>
              <a:rPr lang="en-US" sz="1050" u="sng" dirty="0" err="1">
                <a:solidFill>
                  <a:srgbClr val="124083"/>
                </a:solidFill>
              </a:rPr>
              <a:t>dẫn</a:t>
            </a:r>
            <a:endParaRPr lang="en-US" sz="1050" u="sng" dirty="0">
              <a:solidFill>
                <a:srgbClr val="12408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32AF3B-39B3-462A-8869-3B81F303D292}"/>
              </a:ext>
            </a:extLst>
          </p:cNvPr>
          <p:cNvSpPr/>
          <p:nvPr/>
        </p:nvSpPr>
        <p:spPr>
          <a:xfrm>
            <a:off x="5557629" y="2882348"/>
            <a:ext cx="2267794" cy="3123760"/>
          </a:xfrm>
          <a:prstGeom prst="rect">
            <a:avLst/>
          </a:prstGeom>
          <a:solidFill>
            <a:srgbClr val="8BD4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C23989-9775-4A54-BBAB-8F962EA84312}"/>
              </a:ext>
            </a:extLst>
          </p:cNvPr>
          <p:cNvSpPr/>
          <p:nvPr/>
        </p:nvSpPr>
        <p:spPr>
          <a:xfrm>
            <a:off x="5551002" y="2787615"/>
            <a:ext cx="2332779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900" b="1" u="sng" dirty="0" err="1"/>
              <a:t>Nhiệm</a:t>
            </a:r>
            <a:r>
              <a:rPr lang="en-US" sz="900" b="1" u="sng" dirty="0"/>
              <a:t> </a:t>
            </a:r>
            <a:r>
              <a:rPr lang="en-US" sz="900" b="1" u="sng" dirty="0" err="1"/>
              <a:t>vụ</a:t>
            </a:r>
            <a:endParaRPr lang="en-US" sz="900" b="1" u="sng" dirty="0"/>
          </a:p>
          <a:p>
            <a:r>
              <a:rPr lang="en-US" sz="900" dirty="0" err="1"/>
              <a:t>Lắp</a:t>
            </a:r>
            <a:r>
              <a:rPr lang="en-US" sz="900" dirty="0"/>
              <a:t> </a:t>
            </a:r>
            <a:r>
              <a:rPr lang="en-US" sz="900" dirty="0" err="1"/>
              <a:t>đầy</a:t>
            </a:r>
            <a:r>
              <a:rPr lang="en-US" sz="900" dirty="0"/>
              <a:t> thanh </a:t>
            </a:r>
            <a:r>
              <a:rPr lang="en-US" sz="900" dirty="0" err="1"/>
              <a:t>tiến</a:t>
            </a:r>
            <a:r>
              <a:rPr lang="en-US" sz="900" dirty="0"/>
              <a:t> </a:t>
            </a:r>
            <a:r>
              <a:rPr lang="en-US" sz="900" dirty="0" err="1"/>
              <a:t>trình</a:t>
            </a:r>
            <a:r>
              <a:rPr lang="en-US" sz="900" dirty="0"/>
              <a:t> </a:t>
            </a:r>
            <a:r>
              <a:rPr lang="en-US" sz="900" dirty="0" err="1"/>
              <a:t>trong</a:t>
            </a:r>
            <a:r>
              <a:rPr lang="en-US" sz="900" dirty="0"/>
              <a:t> </a:t>
            </a:r>
            <a:r>
              <a:rPr lang="en-US" sz="900" dirty="0" err="1"/>
              <a:t>vòng</a:t>
            </a:r>
            <a:r>
              <a:rPr lang="en-US" sz="900" dirty="0"/>
              <a:t> 60 </a:t>
            </a:r>
            <a:r>
              <a:rPr lang="en-US" sz="900" dirty="0" err="1"/>
              <a:t>giây</a:t>
            </a:r>
            <a:endParaRPr lang="en-US" sz="900" dirty="0"/>
          </a:p>
          <a:p>
            <a:r>
              <a:rPr lang="en-US" sz="900" b="1" dirty="0"/>
              <a:t>2. </a:t>
            </a:r>
            <a:r>
              <a:rPr lang="en-US" sz="900" b="1" dirty="0" err="1"/>
              <a:t>Thời</a:t>
            </a:r>
            <a:r>
              <a:rPr lang="en-US" sz="900" b="1" dirty="0"/>
              <a:t> </a:t>
            </a:r>
            <a:r>
              <a:rPr lang="en-US" sz="900" b="1" dirty="0" err="1"/>
              <a:t>gian</a:t>
            </a:r>
            <a:r>
              <a:rPr lang="en-US" sz="900" b="1" dirty="0"/>
              <a:t> </a:t>
            </a:r>
            <a:r>
              <a:rPr lang="en-US" sz="900" b="1" dirty="0" err="1"/>
              <a:t>giới</a:t>
            </a:r>
            <a:r>
              <a:rPr lang="en-US" sz="900" b="1" dirty="0"/>
              <a:t> </a:t>
            </a:r>
            <a:r>
              <a:rPr lang="en-US" sz="900" b="1" dirty="0" err="1"/>
              <a:t>hạn</a:t>
            </a:r>
            <a:r>
              <a:rPr lang="en-US" sz="900" b="1" dirty="0"/>
              <a:t>: 6</a:t>
            </a:r>
            <a:r>
              <a:rPr lang="en-US" sz="900" dirty="0"/>
              <a:t>0 </a:t>
            </a:r>
            <a:r>
              <a:rPr lang="en-US" sz="900" dirty="0" err="1"/>
              <a:t>giây</a:t>
            </a:r>
            <a:endParaRPr lang="en-US" sz="900" dirty="0"/>
          </a:p>
          <a:p>
            <a:r>
              <a:rPr lang="en-US" sz="900" b="1" dirty="0"/>
              <a:t>3. </a:t>
            </a:r>
            <a:r>
              <a:rPr lang="en-US" sz="900" b="1" dirty="0" err="1"/>
              <a:t>Cách</a:t>
            </a:r>
            <a:r>
              <a:rPr lang="en-US" sz="900" b="1" dirty="0"/>
              <a:t> </a:t>
            </a:r>
            <a:r>
              <a:rPr lang="en-US" sz="900" b="1" dirty="0" err="1"/>
              <a:t>ch</a:t>
            </a:r>
            <a:r>
              <a:rPr lang="vi-VN" sz="900" b="1" dirty="0"/>
              <a:t>ơ</a:t>
            </a:r>
            <a:r>
              <a:rPr lang="en-US" sz="900" b="1" dirty="0"/>
              <a:t>i:</a:t>
            </a:r>
          </a:p>
          <a:p>
            <a:pPr marL="171450" indent="-171450">
              <a:buFontTx/>
              <a:buChar char="-"/>
            </a:pPr>
            <a:r>
              <a:rPr lang="en-US" sz="900" dirty="0"/>
              <a:t>Sau 5s </a:t>
            </a:r>
            <a:r>
              <a:rPr lang="en-US" sz="900" dirty="0" err="1"/>
              <a:t>hướng</a:t>
            </a:r>
            <a:r>
              <a:rPr lang="en-US" sz="900" dirty="0"/>
              <a:t> </a:t>
            </a:r>
            <a:r>
              <a:rPr lang="en-US" sz="900" dirty="0" err="1"/>
              <a:t>dẫn</a:t>
            </a:r>
            <a:r>
              <a:rPr lang="en-US" sz="900" dirty="0"/>
              <a:t>, </a:t>
            </a:r>
            <a:r>
              <a:rPr lang="en-US" sz="900" dirty="0" err="1"/>
              <a:t>bảng</a:t>
            </a:r>
            <a:r>
              <a:rPr lang="en-US" sz="900" dirty="0"/>
              <a:t> d</a:t>
            </a:r>
            <a:r>
              <a:rPr lang="vi-VN" sz="900" dirty="0"/>
              <a:t>ư</a:t>
            </a:r>
            <a:r>
              <a:rPr lang="en-US" sz="900" dirty="0" err="1"/>
              <a:t>ỡng</a:t>
            </a:r>
            <a:r>
              <a:rPr lang="en-US" sz="900" dirty="0"/>
              <a:t> </a:t>
            </a:r>
            <a:r>
              <a:rPr lang="en-US" sz="900" dirty="0" err="1"/>
              <a:t>chất</a:t>
            </a:r>
            <a:r>
              <a:rPr lang="en-US" sz="900" dirty="0"/>
              <a:t> </a:t>
            </a:r>
            <a:r>
              <a:rPr lang="en-US" sz="900" dirty="0" err="1"/>
              <a:t>xuất</a:t>
            </a:r>
            <a:r>
              <a:rPr lang="en-US" sz="900" dirty="0"/>
              <a:t> </a:t>
            </a:r>
            <a:r>
              <a:rPr lang="en-US" sz="900" dirty="0" err="1"/>
              <a:t>hiện</a:t>
            </a:r>
            <a:endParaRPr lang="en-US" sz="900" dirty="0"/>
          </a:p>
          <a:p>
            <a:pPr marL="171450" indent="-171450">
              <a:buFontTx/>
              <a:buChar char="-"/>
            </a:pPr>
            <a:r>
              <a:rPr lang="en-US" sz="900" dirty="0" err="1"/>
              <a:t>Có</a:t>
            </a:r>
            <a:r>
              <a:rPr lang="en-US" sz="900" dirty="0"/>
              <a:t> 3 </a:t>
            </a:r>
            <a:r>
              <a:rPr lang="en-US" sz="900" dirty="0" err="1"/>
              <a:t>loại</a:t>
            </a:r>
            <a:r>
              <a:rPr lang="en-US" sz="900" dirty="0"/>
              <a:t> d</a:t>
            </a:r>
            <a:r>
              <a:rPr lang="vi-VN" sz="900" dirty="0"/>
              <a:t>ư</a:t>
            </a:r>
            <a:r>
              <a:rPr lang="en-US" sz="900" dirty="0" err="1"/>
              <a:t>ỡng</a:t>
            </a:r>
            <a:r>
              <a:rPr lang="en-US" sz="900" dirty="0"/>
              <a:t> </a:t>
            </a:r>
            <a:r>
              <a:rPr lang="en-US" sz="900" dirty="0" err="1"/>
              <a:t>chất</a:t>
            </a:r>
            <a:r>
              <a:rPr lang="en-US" sz="900" dirty="0"/>
              <a:t>: DHA, Lutein, Vitamin E </a:t>
            </a:r>
            <a:r>
              <a:rPr lang="en-US" sz="900" dirty="0" err="1"/>
              <a:t>tự</a:t>
            </a:r>
            <a:r>
              <a:rPr lang="en-US" sz="900" dirty="0"/>
              <a:t> </a:t>
            </a:r>
            <a:r>
              <a:rPr lang="en-US" sz="900" dirty="0" err="1"/>
              <a:t>nhiên</a:t>
            </a:r>
            <a:endParaRPr lang="en-US" sz="900" dirty="0"/>
          </a:p>
          <a:p>
            <a:pPr marL="171450" indent="-171450">
              <a:buFontTx/>
              <a:buChar char="-"/>
            </a:pPr>
            <a:r>
              <a:rPr lang="en-US" sz="900" dirty="0" err="1"/>
              <a:t>Cần</a:t>
            </a:r>
            <a:r>
              <a:rPr lang="en-US" sz="900" dirty="0"/>
              <a:t> </a:t>
            </a:r>
            <a:r>
              <a:rPr lang="en-US" sz="900" dirty="0" err="1"/>
              <a:t>nối</a:t>
            </a:r>
            <a:r>
              <a:rPr lang="en-US" sz="900" dirty="0"/>
              <a:t> </a:t>
            </a:r>
            <a:r>
              <a:rPr lang="vi-VN" sz="900" dirty="0"/>
              <a:t>3 dưỡng chất Lutein, DHA và Vitamin E tự nhiên, theo hàng ngang hoặc hàng dọc</a:t>
            </a:r>
          </a:p>
          <a:p>
            <a:pPr marL="171450" indent="-171450">
              <a:buFontTx/>
              <a:buChar char="-"/>
            </a:pPr>
            <a:r>
              <a:rPr lang="vi-VN" sz="900" dirty="0"/>
              <a:t>3 dưỡng chất kết hợp sẽ tạo thành </a:t>
            </a:r>
            <a:r>
              <a:rPr lang="en-US" sz="900" dirty="0"/>
              <a:t>icon </a:t>
            </a:r>
            <a:r>
              <a:rPr lang="vi-VN" sz="900" dirty="0"/>
              <a:t>IQ Plus và cộng 20đ vào thanh tiến trình ở trên.</a:t>
            </a:r>
          </a:p>
          <a:p>
            <a:pPr marL="171450" indent="-171450">
              <a:buFontTx/>
              <a:buChar char="-"/>
            </a:pPr>
            <a:r>
              <a:rPr lang="en-US" sz="900" dirty="0"/>
              <a:t>Sau </a:t>
            </a:r>
            <a:r>
              <a:rPr lang="en-US" sz="900" dirty="0" err="1"/>
              <a:t>khi</a:t>
            </a:r>
            <a:r>
              <a:rPr lang="en-US" sz="900" dirty="0"/>
              <a:t> </a:t>
            </a:r>
            <a:r>
              <a:rPr lang="en-US" sz="900" dirty="0" err="1"/>
              <a:t>hết</a:t>
            </a:r>
            <a:r>
              <a:rPr lang="en-US" sz="900" dirty="0"/>
              <a:t> </a:t>
            </a:r>
            <a:r>
              <a:rPr lang="en-US" sz="900" dirty="0" err="1"/>
              <a:t>thời</a:t>
            </a:r>
            <a:r>
              <a:rPr lang="en-US" sz="900" dirty="0"/>
              <a:t> </a:t>
            </a:r>
            <a:r>
              <a:rPr lang="en-US" sz="900" dirty="0" err="1"/>
              <a:t>gian</a:t>
            </a:r>
            <a:r>
              <a:rPr lang="en-US" sz="900" dirty="0"/>
              <a:t>, </a:t>
            </a:r>
            <a:r>
              <a:rPr lang="en-US" sz="900" dirty="0" err="1"/>
              <a:t>nếu</a:t>
            </a:r>
            <a:r>
              <a:rPr lang="en-US" sz="900" dirty="0"/>
              <a:t> ng</a:t>
            </a:r>
            <a:r>
              <a:rPr lang="vi-VN" sz="900" dirty="0"/>
              <a:t>ư</a:t>
            </a:r>
            <a:r>
              <a:rPr lang="en-US" sz="900" dirty="0" err="1"/>
              <a:t>ời</a:t>
            </a:r>
            <a:r>
              <a:rPr lang="en-US" sz="900" dirty="0"/>
              <a:t> </a:t>
            </a:r>
            <a:r>
              <a:rPr lang="en-US" sz="900" dirty="0" err="1"/>
              <a:t>ch</a:t>
            </a:r>
            <a:r>
              <a:rPr lang="vi-VN" sz="900" dirty="0"/>
              <a:t>ơ</a:t>
            </a:r>
            <a:r>
              <a:rPr lang="en-US" sz="900" dirty="0"/>
              <a:t>i </a:t>
            </a:r>
            <a:r>
              <a:rPr lang="en-US" sz="900" dirty="0" err="1"/>
              <a:t>không</a:t>
            </a:r>
            <a:r>
              <a:rPr lang="en-US" sz="900" dirty="0"/>
              <a:t> </a:t>
            </a:r>
            <a:r>
              <a:rPr lang="en-US" sz="900" dirty="0" err="1"/>
              <a:t>lắp</a:t>
            </a:r>
            <a:r>
              <a:rPr lang="en-US" sz="900" dirty="0"/>
              <a:t> </a:t>
            </a:r>
            <a:r>
              <a:rPr lang="en-US" sz="900" dirty="0" err="1"/>
              <a:t>đầy</a:t>
            </a:r>
            <a:r>
              <a:rPr lang="en-US" sz="900" dirty="0"/>
              <a:t> thanh </a:t>
            </a:r>
            <a:r>
              <a:rPr lang="en-US" sz="900" dirty="0" err="1"/>
              <a:t>tiến</a:t>
            </a:r>
            <a:r>
              <a:rPr lang="en-US" sz="900" dirty="0"/>
              <a:t> </a:t>
            </a:r>
            <a:r>
              <a:rPr lang="en-US" sz="900" dirty="0" err="1"/>
              <a:t>trình</a:t>
            </a:r>
            <a:r>
              <a:rPr lang="en-US" sz="900" dirty="0"/>
              <a:t> </a:t>
            </a:r>
            <a:r>
              <a:rPr lang="en-US" sz="900" dirty="0" err="1"/>
              <a:t>thì</a:t>
            </a:r>
            <a:r>
              <a:rPr lang="en-US" sz="900" dirty="0"/>
              <a:t> </a:t>
            </a:r>
            <a:r>
              <a:rPr lang="en-US" sz="900" dirty="0" err="1"/>
              <a:t>sẽ</a:t>
            </a:r>
            <a:r>
              <a:rPr lang="en-US" sz="900" dirty="0"/>
              <a:t> </a:t>
            </a:r>
            <a:r>
              <a:rPr lang="en-US" sz="900" dirty="0" err="1"/>
              <a:t>không</a:t>
            </a:r>
            <a:r>
              <a:rPr lang="en-US" sz="900" dirty="0"/>
              <a:t> v</a:t>
            </a:r>
            <a:r>
              <a:rPr lang="vi-VN" sz="900" dirty="0"/>
              <a:t>ư</a:t>
            </a:r>
            <a:r>
              <a:rPr lang="en-US" sz="900" dirty="0" err="1"/>
              <a:t>ợt</a:t>
            </a:r>
            <a:r>
              <a:rPr lang="en-US" sz="900" dirty="0"/>
              <a:t> qua đ</a:t>
            </a:r>
            <a:r>
              <a:rPr lang="vi-VN" sz="900" dirty="0"/>
              <a:t>ư</a:t>
            </a:r>
            <a:r>
              <a:rPr lang="en-US" sz="900" dirty="0" err="1"/>
              <a:t>ợc</a:t>
            </a:r>
            <a:r>
              <a:rPr lang="en-US" sz="900" dirty="0"/>
              <a:t> </a:t>
            </a:r>
            <a:r>
              <a:rPr lang="en-US" sz="900" dirty="0" err="1"/>
              <a:t>thử</a:t>
            </a:r>
            <a:r>
              <a:rPr lang="en-US" sz="900" dirty="0"/>
              <a:t> </a:t>
            </a:r>
            <a:r>
              <a:rPr lang="en-US" sz="900" dirty="0" err="1"/>
              <a:t>thách</a:t>
            </a:r>
            <a:endParaRPr lang="en-US" sz="900" dirty="0"/>
          </a:p>
          <a:p>
            <a:endParaRPr lang="vi-VN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391D2-E8C7-4DA5-A89A-5550823620D7}"/>
              </a:ext>
            </a:extLst>
          </p:cNvPr>
          <p:cNvSpPr txBox="1"/>
          <p:nvPr/>
        </p:nvSpPr>
        <p:spPr>
          <a:xfrm>
            <a:off x="4439463" y="5717529"/>
            <a:ext cx="11181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</a:rPr>
              <a:t>HỖ TRỢ HỆ TIÊU HÓA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70A01A-F65D-47D0-AA73-25EC4BFA117A}"/>
              </a:ext>
            </a:extLst>
          </p:cNvPr>
          <p:cNvSpPr txBox="1"/>
          <p:nvPr/>
        </p:nvSpPr>
        <p:spPr>
          <a:xfrm>
            <a:off x="3464971" y="5573895"/>
            <a:ext cx="1653017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FF00"/>
                </a:solidFill>
              </a:rPr>
              <a:t>PHÁT TRIỂN TRÍ NÃO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7C43747-AA76-1F4E-B807-59FF4B7478DB}"/>
              </a:ext>
            </a:extLst>
          </p:cNvPr>
          <p:cNvGrpSpPr/>
          <p:nvPr/>
        </p:nvGrpSpPr>
        <p:grpSpPr>
          <a:xfrm>
            <a:off x="2688010" y="1717129"/>
            <a:ext cx="2274922" cy="4315655"/>
            <a:chOff x="6616826" y="1158392"/>
            <a:chExt cx="2312568" cy="435254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8F0D74C-4D97-4C44-98E7-BEBBC01CB3BF}"/>
                </a:ext>
              </a:extLst>
            </p:cNvPr>
            <p:cNvGrpSpPr/>
            <p:nvPr/>
          </p:nvGrpSpPr>
          <p:grpSpPr>
            <a:xfrm>
              <a:off x="6616826" y="1158392"/>
              <a:ext cx="2089890" cy="4352544"/>
              <a:chOff x="6616826" y="1158392"/>
              <a:chExt cx="2089890" cy="4352544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8F9A35B-1417-A042-905F-50FA40011EAA}"/>
                  </a:ext>
                </a:extLst>
              </p:cNvPr>
              <p:cNvSpPr/>
              <p:nvPr/>
            </p:nvSpPr>
            <p:spPr>
              <a:xfrm>
                <a:off x="6616826" y="1158392"/>
                <a:ext cx="2089890" cy="435254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Bảng xếp hạng tháng 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2486541-0B1C-324B-AA6F-961CCD2C66A4}"/>
                  </a:ext>
                </a:extLst>
              </p:cNvPr>
              <p:cNvSpPr/>
              <p:nvPr/>
            </p:nvSpPr>
            <p:spPr>
              <a:xfrm>
                <a:off x="6738644" y="3292152"/>
                <a:ext cx="1816100" cy="208308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/>
                  <a:t>Bảng xếp hạng game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DFF3D25-0BFB-4E47-9F8F-190FF960E467}"/>
                  </a:ext>
                </a:extLst>
              </p:cNvPr>
              <p:cNvSpPr/>
              <p:nvPr/>
            </p:nvSpPr>
            <p:spPr>
              <a:xfrm>
                <a:off x="6738644" y="2569128"/>
                <a:ext cx="1651129" cy="27940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/>
                  <a:t>Play Game</a:t>
                </a:r>
              </a:p>
            </p:txBody>
          </p:sp>
          <p:pic>
            <p:nvPicPr>
              <p:cNvPr id="32" name="Graphic 31">
                <a:extLst>
                  <a:ext uri="{FF2B5EF4-FFF2-40B4-BE49-F238E27FC236}">
                    <a16:creationId xmlns:a16="http://schemas.microsoft.com/office/drawing/2014/main" id="{228DC846-0755-2945-83AA-81A9571695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720688" y="1716447"/>
                <a:ext cx="720558" cy="27940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1762A4D-5731-084A-9869-1D4C38E151D7}"/>
                </a:ext>
              </a:extLst>
            </p:cNvPr>
            <p:cNvSpPr txBox="1"/>
            <p:nvPr/>
          </p:nvSpPr>
          <p:spPr>
            <a:xfrm>
              <a:off x="7670800" y="1749731"/>
              <a:ext cx="1035916" cy="23083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b="1"/>
                <a:t>BXH tháng 04</a:t>
              </a: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7332FEDF-73E4-7644-9DE6-F54B1D8EF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70104" y="1995847"/>
              <a:ext cx="1519669" cy="522822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C65C02-11CD-7B4E-ABF5-2CB5622AC8F1}"/>
                </a:ext>
              </a:extLst>
            </p:cNvPr>
            <p:cNvSpPr txBox="1"/>
            <p:nvPr/>
          </p:nvSpPr>
          <p:spPr>
            <a:xfrm>
              <a:off x="6616826" y="1168225"/>
              <a:ext cx="2312568" cy="419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>
                  <a:solidFill>
                    <a:schemeClr val="bg1"/>
                  </a:solidFill>
                </a:rPr>
                <a:t>GAME 2</a:t>
              </a:r>
            </a:p>
            <a:p>
              <a:r>
                <a:rPr lang="en-US" sz="1000" b="1">
                  <a:solidFill>
                    <a:schemeClr val="bg1"/>
                  </a:solidFill>
                </a:rPr>
                <a:t>BỘ BA DƯỠNG CHẤT VÀNG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91C9C0BE-64F4-B042-A8EB-0493DF9AB470}"/>
              </a:ext>
            </a:extLst>
          </p:cNvPr>
          <p:cNvSpPr/>
          <p:nvPr/>
        </p:nvSpPr>
        <p:spPr>
          <a:xfrm>
            <a:off x="3095253" y="3475280"/>
            <a:ext cx="1049434" cy="2770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Hướng dẫn</a:t>
            </a:r>
          </a:p>
        </p:txBody>
      </p:sp>
    </p:spTree>
    <p:extLst>
      <p:ext uri="{BB962C8B-B14F-4D97-AF65-F5344CB8AC3E}">
        <p14:creationId xmlns:p14="http://schemas.microsoft.com/office/powerpoint/2010/main" val="3923050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0">
            <a:extLst>
              <a:ext uri="{FF2B5EF4-FFF2-40B4-BE49-F238E27FC236}">
                <a16:creationId xmlns:a16="http://schemas.microsoft.com/office/drawing/2014/main" id="{91B21049-D9C7-4F80-A3E3-0989A5E99A12}"/>
              </a:ext>
            </a:extLst>
          </p:cNvPr>
          <p:cNvSpPr/>
          <p:nvPr/>
        </p:nvSpPr>
        <p:spPr>
          <a:xfrm>
            <a:off x="419024" y="824603"/>
            <a:ext cx="3941007" cy="558800"/>
          </a:xfrm>
          <a:prstGeom prst="roundRect">
            <a:avLst/>
          </a:prstGeom>
          <a:solidFill>
            <a:srgbClr val="014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GAME 2: BỘ BA D</a:t>
            </a:r>
            <a:r>
              <a:rPr lang="vi-VN" sz="1600" b="1" dirty="0"/>
              <a:t>Ư</a:t>
            </a:r>
            <a:r>
              <a:rPr lang="en-US" sz="1600" b="1" dirty="0"/>
              <a:t>ỠNG CHẤT VÀNG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B8575B-5D73-4506-88E9-3805A98A1FE0}"/>
              </a:ext>
            </a:extLst>
          </p:cNvPr>
          <p:cNvSpPr txBox="1">
            <a:spLocks/>
          </p:cNvSpPr>
          <p:nvPr/>
        </p:nvSpPr>
        <p:spPr>
          <a:xfrm>
            <a:off x="333895" y="3952"/>
            <a:ext cx="10515600" cy="7870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noProof="0" dirty="0">
                <a:solidFill>
                  <a:prstClr val="white"/>
                </a:solidFill>
                <a:latin typeface="Century Gothic" panose="020B0502020202020204" pitchFamily="34" charset="0"/>
              </a:rPr>
              <a:t>MECHANIC – GAME 02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71C543-22A6-4765-9E02-9A8EF4DDA8AB}"/>
              </a:ext>
            </a:extLst>
          </p:cNvPr>
          <p:cNvSpPr/>
          <p:nvPr/>
        </p:nvSpPr>
        <p:spPr>
          <a:xfrm>
            <a:off x="419024" y="6115343"/>
            <a:ext cx="27116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100" dirty="0" err="1"/>
              <a:t>Nối</a:t>
            </a:r>
            <a:r>
              <a:rPr lang="en-US" sz="1100" dirty="0"/>
              <a:t> 3 </a:t>
            </a:r>
            <a:r>
              <a:rPr lang="en-US" sz="1100" dirty="0" err="1"/>
              <a:t>dưỡng</a:t>
            </a:r>
            <a:r>
              <a:rPr lang="en-US" sz="1100" dirty="0"/>
              <a:t> </a:t>
            </a:r>
            <a:r>
              <a:rPr lang="en-US" sz="1100" dirty="0" err="1"/>
              <a:t>chất</a:t>
            </a:r>
            <a:r>
              <a:rPr lang="en-US" sz="1100" dirty="0"/>
              <a:t> Lutein, DHA </a:t>
            </a:r>
            <a:r>
              <a:rPr lang="en-US" sz="1100" dirty="0" err="1"/>
              <a:t>và</a:t>
            </a:r>
            <a:r>
              <a:rPr lang="en-US" sz="1100" dirty="0"/>
              <a:t> Vitamin E </a:t>
            </a:r>
            <a:r>
              <a:rPr lang="en-US" sz="1100" dirty="0" err="1"/>
              <a:t>tự</a:t>
            </a:r>
            <a:r>
              <a:rPr lang="en-US" sz="1100" dirty="0"/>
              <a:t> </a:t>
            </a:r>
            <a:r>
              <a:rPr lang="en-US" sz="1100" dirty="0" err="1"/>
              <a:t>nhiên</a:t>
            </a:r>
            <a:r>
              <a:rPr lang="en-US" sz="1100" dirty="0"/>
              <a:t>, </a:t>
            </a:r>
            <a:r>
              <a:rPr lang="en-US" sz="1100" dirty="0" err="1"/>
              <a:t>theo</a:t>
            </a:r>
            <a:r>
              <a:rPr lang="en-US" sz="1100" dirty="0"/>
              <a:t> </a:t>
            </a:r>
            <a:r>
              <a:rPr lang="en-US" sz="1100" dirty="0" err="1"/>
              <a:t>hàng</a:t>
            </a:r>
            <a:r>
              <a:rPr lang="en-US" sz="1100" dirty="0"/>
              <a:t> </a:t>
            </a:r>
            <a:r>
              <a:rPr lang="en-US" sz="1100" dirty="0" err="1"/>
              <a:t>ngang</a:t>
            </a:r>
            <a:r>
              <a:rPr lang="en-US" sz="1100" dirty="0"/>
              <a:t> </a:t>
            </a:r>
            <a:r>
              <a:rPr lang="en-US" sz="1100" dirty="0" err="1"/>
              <a:t>hoặc</a:t>
            </a:r>
            <a:r>
              <a:rPr lang="en-US" sz="1100" dirty="0"/>
              <a:t> </a:t>
            </a:r>
            <a:r>
              <a:rPr lang="en-US" sz="1100" dirty="0" err="1"/>
              <a:t>hàng</a:t>
            </a:r>
            <a:r>
              <a:rPr lang="en-US" sz="1100" dirty="0"/>
              <a:t> </a:t>
            </a:r>
            <a:r>
              <a:rPr lang="en-US" sz="1100" dirty="0" err="1"/>
              <a:t>dọc</a:t>
            </a:r>
            <a:endParaRPr lang="vi-VN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A85F28-50CB-4BC3-9286-44D23B786730}"/>
              </a:ext>
            </a:extLst>
          </p:cNvPr>
          <p:cNvSpPr/>
          <p:nvPr/>
        </p:nvSpPr>
        <p:spPr>
          <a:xfrm>
            <a:off x="4360031" y="6146558"/>
            <a:ext cx="27116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100" dirty="0"/>
              <a:t>3 </a:t>
            </a:r>
            <a:r>
              <a:rPr lang="en-US" sz="1100" dirty="0" err="1"/>
              <a:t>dưỡng</a:t>
            </a:r>
            <a:r>
              <a:rPr lang="en-US" sz="1100" dirty="0"/>
              <a:t> </a:t>
            </a:r>
            <a:r>
              <a:rPr lang="en-US" sz="1100" dirty="0" err="1"/>
              <a:t>chất</a:t>
            </a:r>
            <a:r>
              <a:rPr lang="en-US" sz="1100" dirty="0"/>
              <a:t> </a:t>
            </a:r>
            <a:r>
              <a:rPr lang="en-US" sz="1100" dirty="0" err="1"/>
              <a:t>kết</a:t>
            </a:r>
            <a:r>
              <a:rPr lang="en-US" sz="1100" dirty="0"/>
              <a:t> </a:t>
            </a:r>
            <a:r>
              <a:rPr lang="en-US" sz="1100" dirty="0" err="1"/>
              <a:t>hợp</a:t>
            </a:r>
            <a:r>
              <a:rPr lang="en-US" sz="1100" dirty="0"/>
              <a:t> </a:t>
            </a:r>
            <a:r>
              <a:rPr lang="en-US" sz="1100" dirty="0" err="1"/>
              <a:t>sẽ</a:t>
            </a:r>
            <a:r>
              <a:rPr lang="en-US" sz="1100" dirty="0"/>
              <a:t> </a:t>
            </a:r>
            <a:r>
              <a:rPr lang="en-US" sz="1100" dirty="0" err="1"/>
              <a:t>tạo</a:t>
            </a:r>
            <a:r>
              <a:rPr lang="en-US" sz="1100" dirty="0"/>
              <a:t> </a:t>
            </a:r>
            <a:r>
              <a:rPr lang="en-US" sz="1100" dirty="0" err="1"/>
              <a:t>thành</a:t>
            </a:r>
            <a:r>
              <a:rPr lang="en-US" sz="1100" dirty="0"/>
              <a:t> IQ Plus </a:t>
            </a:r>
            <a:r>
              <a:rPr lang="en-US" sz="1100" dirty="0" err="1"/>
              <a:t>và</a:t>
            </a:r>
            <a:r>
              <a:rPr lang="en-US" sz="1100" dirty="0"/>
              <a:t> </a:t>
            </a:r>
            <a:r>
              <a:rPr lang="en-US" sz="1100" dirty="0" err="1"/>
              <a:t>cộng</a:t>
            </a:r>
            <a:r>
              <a:rPr lang="en-US" sz="1100" dirty="0"/>
              <a:t> 20đ </a:t>
            </a:r>
            <a:r>
              <a:rPr lang="en-US" sz="1100" dirty="0" err="1"/>
              <a:t>vào</a:t>
            </a:r>
            <a:r>
              <a:rPr lang="en-US" sz="1100" dirty="0"/>
              <a:t> </a:t>
            </a:r>
            <a:r>
              <a:rPr lang="en-US" sz="1100" dirty="0" err="1"/>
              <a:t>thanh</a:t>
            </a:r>
            <a:r>
              <a:rPr lang="en-US" sz="1100" dirty="0"/>
              <a:t> </a:t>
            </a:r>
            <a:r>
              <a:rPr lang="en-US" sz="1100" dirty="0" err="1"/>
              <a:t>tiến</a:t>
            </a:r>
            <a:r>
              <a:rPr lang="en-US" sz="1100" dirty="0"/>
              <a:t> </a:t>
            </a:r>
            <a:r>
              <a:rPr lang="en-US" sz="1100" dirty="0" err="1"/>
              <a:t>trình</a:t>
            </a:r>
            <a:r>
              <a:rPr lang="en-US" sz="1100" dirty="0"/>
              <a:t> ở </a:t>
            </a:r>
            <a:r>
              <a:rPr lang="en-US" sz="1100" dirty="0" err="1"/>
              <a:t>trên</a:t>
            </a:r>
            <a:r>
              <a:rPr lang="en-US" sz="1100" dirty="0"/>
              <a:t>.</a:t>
            </a:r>
            <a:endParaRPr lang="vi-VN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13811A-D018-4717-8DAE-0A9639E08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20" y="1570384"/>
            <a:ext cx="2510445" cy="44630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575006-E176-4250-8073-B8C0FF2D0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6" y="1575503"/>
            <a:ext cx="2507136" cy="4457130"/>
          </a:xfrm>
          <a:prstGeom prst="rect">
            <a:avLst/>
          </a:prstGeom>
        </p:spPr>
      </p:pic>
      <p:pic>
        <p:nvPicPr>
          <p:cNvPr id="9" name="Picture 4" descr="Cartoon pointing finger clipart kid - ClipartBarn">
            <a:extLst>
              <a:ext uri="{FF2B5EF4-FFF2-40B4-BE49-F238E27FC236}">
                <a16:creationId xmlns:a16="http://schemas.microsoft.com/office/drawing/2014/main" id="{CF6B9FB7-3BC2-48CB-838C-FF294BB2B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495" y="4476610"/>
            <a:ext cx="514518" cy="553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C9BF83-9303-47E1-911C-EEA43915A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914" y="1587086"/>
            <a:ext cx="2500620" cy="444554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4F8CF5-7130-48EB-8D46-32E8BF47C2C2}"/>
              </a:ext>
            </a:extLst>
          </p:cNvPr>
          <p:cNvSpPr/>
          <p:nvPr/>
        </p:nvSpPr>
        <p:spPr>
          <a:xfrm>
            <a:off x="8461513" y="6149560"/>
            <a:ext cx="278524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vi-VN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Kết hợp các bộ 3 dưỡng chất để lấp đầy thanh tiến trình trong 60s để hoàn thành.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6E8A7644-F8FA-463F-9871-DDDFD3D27749}"/>
              </a:ext>
            </a:extLst>
          </p:cNvPr>
          <p:cNvSpPr/>
          <p:nvPr/>
        </p:nvSpPr>
        <p:spPr>
          <a:xfrm>
            <a:off x="-9400" y="0"/>
            <a:ext cx="12192000" cy="769620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C212B871-8A11-4811-86EF-E5738DAD3561}"/>
              </a:ext>
            </a:extLst>
          </p:cNvPr>
          <p:cNvSpPr txBox="1">
            <a:spLocks/>
          </p:cNvSpPr>
          <p:nvPr/>
        </p:nvSpPr>
        <p:spPr>
          <a:xfrm>
            <a:off x="335374" y="140335"/>
            <a:ext cx="10561226" cy="3999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entury Gothic"/>
                <a:ea typeface="+mj-ea"/>
                <a:cs typeface="Century Gothic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800" dirty="0">
                <a:solidFill>
                  <a:prstClr val="white"/>
                </a:solidFill>
                <a:latin typeface="Century Gothic" panose="020B0502020202020204" pitchFamily="34" charset="0"/>
              </a:rPr>
              <a:t>MECHANIC – GAME 02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3F6020-35BD-411D-B1F5-6E2BDD14B85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65" y="1573210"/>
            <a:ext cx="2008344" cy="11294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9B06C1-A19B-466F-9C0D-3057615E75A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846" y="1587851"/>
            <a:ext cx="2008344" cy="11294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433FDC-54D7-4275-A04E-AF0AC7FD70F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051" y="1614354"/>
            <a:ext cx="2008344" cy="112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156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6D238-05E0-4325-9184-0D1FDE9C8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4" descr="https://b.f6.photo.talk.zdn.vn/7815487777083478611/f363fc641561e83fb170.jpg">
            <a:extLst>
              <a:ext uri="{FF2B5EF4-FFF2-40B4-BE49-F238E27FC236}">
                <a16:creationId xmlns:a16="http://schemas.microsoft.com/office/drawing/2014/main" id="{6E8766BD-19D8-43DB-990A-E7B5EF525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03"/>
          <a:stretch/>
        </p:blipFill>
        <p:spPr bwMode="auto">
          <a:xfrm>
            <a:off x="1394662" y="854421"/>
            <a:ext cx="2500620" cy="329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774A85-662C-4910-A860-52FE3D047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805" y="2634358"/>
            <a:ext cx="1510333" cy="2788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34BB5C-9A50-44EA-8493-354C61B85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469" y="2430729"/>
            <a:ext cx="427256" cy="2713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9D0CAE-2E45-4945-9857-7A5B5049AE13}"/>
              </a:ext>
            </a:extLst>
          </p:cNvPr>
          <p:cNvSpPr/>
          <p:nvPr/>
        </p:nvSpPr>
        <p:spPr>
          <a:xfrm>
            <a:off x="1394662" y="4231994"/>
            <a:ext cx="278524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/>
              <a:t>Màn</a:t>
            </a:r>
            <a:r>
              <a:rPr lang="en-US" sz="1100" dirty="0"/>
              <a:t> </a:t>
            </a:r>
            <a:r>
              <a:rPr lang="en-US" sz="1100" dirty="0" err="1"/>
              <a:t>hình</a:t>
            </a:r>
            <a:r>
              <a:rPr lang="en-US" sz="1100" dirty="0"/>
              <a:t> </a:t>
            </a:r>
            <a:r>
              <a:rPr lang="en-US" sz="1100" dirty="0" err="1"/>
              <a:t>kết</a:t>
            </a:r>
            <a:r>
              <a:rPr lang="en-US" sz="1100" dirty="0"/>
              <a:t> </a:t>
            </a:r>
            <a:r>
              <a:rPr lang="en-US" sz="1100" dirty="0" err="1"/>
              <a:t>thúc</a:t>
            </a:r>
            <a:r>
              <a:rPr lang="en-US" sz="1100" dirty="0"/>
              <a:t>: </a:t>
            </a:r>
            <a:r>
              <a:rPr lang="en-US" sz="1100" dirty="0" err="1"/>
              <a:t>Người</a:t>
            </a:r>
            <a:r>
              <a:rPr lang="en-US" sz="1100" dirty="0"/>
              <a:t> </a:t>
            </a:r>
            <a:r>
              <a:rPr lang="en-US" sz="1100" dirty="0" err="1"/>
              <a:t>chơi</a:t>
            </a:r>
            <a:r>
              <a:rPr lang="en-US" sz="1100" dirty="0"/>
              <a:t> </a:t>
            </a:r>
            <a:r>
              <a:rPr lang="en-US" sz="1100" dirty="0" err="1"/>
              <a:t>nhận</a:t>
            </a:r>
            <a:r>
              <a:rPr lang="en-US" sz="1100" dirty="0"/>
              <a:t> </a:t>
            </a:r>
            <a:r>
              <a:rPr lang="en-US" sz="1100" dirty="0" err="1"/>
              <a:t>thông</a:t>
            </a:r>
            <a:r>
              <a:rPr lang="en-US" sz="1100" dirty="0"/>
              <a:t> </a:t>
            </a:r>
            <a:r>
              <a:rPr lang="en-US" sz="1100" dirty="0" err="1"/>
              <a:t>báo</a:t>
            </a:r>
            <a:r>
              <a:rPr lang="en-US" sz="1100" dirty="0"/>
              <a:t> </a:t>
            </a:r>
            <a:r>
              <a:rPr lang="en-US" sz="1100" dirty="0" err="1"/>
              <a:t>đã</a:t>
            </a:r>
            <a:r>
              <a:rPr lang="en-US" sz="1100" dirty="0"/>
              <a:t> v</a:t>
            </a:r>
            <a:r>
              <a:rPr lang="vi-VN" sz="1100" dirty="0"/>
              <a:t>ư</a:t>
            </a:r>
            <a:r>
              <a:rPr lang="en-US" sz="1100" dirty="0" err="1"/>
              <a:t>ợt</a:t>
            </a:r>
            <a:r>
              <a:rPr lang="en-US" sz="1100" dirty="0"/>
              <a:t> qua </a:t>
            </a:r>
            <a:r>
              <a:rPr lang="en-US" sz="1100" dirty="0" err="1"/>
              <a:t>thử</a:t>
            </a:r>
            <a:r>
              <a:rPr lang="en-US" sz="1100" dirty="0"/>
              <a:t> </a:t>
            </a:r>
            <a:r>
              <a:rPr lang="en-US" sz="1100" dirty="0" err="1"/>
              <a:t>thách</a:t>
            </a:r>
            <a:endParaRPr lang="vi-VN" sz="1100" dirty="0"/>
          </a:p>
        </p:txBody>
      </p:sp>
      <p:pic>
        <p:nvPicPr>
          <p:cNvPr id="7" name="Picture 4" descr="https://b.f6.photo.talk.zdn.vn/7815487777083478611/f363fc641561e83fb170.jpg">
            <a:extLst>
              <a:ext uri="{FF2B5EF4-FFF2-40B4-BE49-F238E27FC236}">
                <a16:creationId xmlns:a16="http://schemas.microsoft.com/office/drawing/2014/main" id="{AF29564D-9F4F-45CA-BDE4-FF2643C454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03"/>
          <a:stretch/>
        </p:blipFill>
        <p:spPr bwMode="auto">
          <a:xfrm>
            <a:off x="6506688" y="781493"/>
            <a:ext cx="2500620" cy="329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CB5A37-9A39-4797-9B36-A0DCF3CA9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831" y="2561430"/>
            <a:ext cx="1510333" cy="2788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7A1BB3-4138-4FB8-B88C-CDB739540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495" y="2357801"/>
            <a:ext cx="427256" cy="2713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8632C16-7576-4726-B468-E7180C78EC31}"/>
              </a:ext>
            </a:extLst>
          </p:cNvPr>
          <p:cNvSpPr/>
          <p:nvPr/>
        </p:nvSpPr>
        <p:spPr>
          <a:xfrm>
            <a:off x="6506688" y="4159066"/>
            <a:ext cx="278524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/>
              <a:t>Màn</a:t>
            </a:r>
            <a:r>
              <a:rPr lang="en-US" sz="1100" dirty="0"/>
              <a:t> </a:t>
            </a:r>
            <a:r>
              <a:rPr lang="en-US" sz="1100" dirty="0" err="1"/>
              <a:t>hình</a:t>
            </a:r>
            <a:r>
              <a:rPr lang="en-US" sz="1100" dirty="0"/>
              <a:t> </a:t>
            </a:r>
            <a:r>
              <a:rPr lang="en-US" sz="1100" dirty="0" err="1"/>
              <a:t>kết</a:t>
            </a:r>
            <a:r>
              <a:rPr lang="en-US" sz="1100" dirty="0"/>
              <a:t> </a:t>
            </a:r>
            <a:r>
              <a:rPr lang="en-US" sz="1100" dirty="0" err="1"/>
              <a:t>thúc</a:t>
            </a:r>
            <a:r>
              <a:rPr lang="en-US" sz="1100" dirty="0"/>
              <a:t>: </a:t>
            </a:r>
            <a:r>
              <a:rPr lang="en-US" sz="1100" dirty="0" err="1"/>
              <a:t>Người</a:t>
            </a:r>
            <a:r>
              <a:rPr lang="en-US" sz="1100" dirty="0"/>
              <a:t> </a:t>
            </a:r>
            <a:r>
              <a:rPr lang="en-US" sz="1100" dirty="0" err="1"/>
              <a:t>chơi</a:t>
            </a:r>
            <a:r>
              <a:rPr lang="en-US" sz="1100" dirty="0"/>
              <a:t> </a:t>
            </a:r>
            <a:r>
              <a:rPr lang="en-US" sz="1100" dirty="0" err="1"/>
              <a:t>nhận</a:t>
            </a:r>
            <a:r>
              <a:rPr lang="en-US" sz="1100" dirty="0"/>
              <a:t> </a:t>
            </a:r>
            <a:r>
              <a:rPr lang="en-US" sz="1100" dirty="0" err="1"/>
              <a:t>thông</a:t>
            </a:r>
            <a:r>
              <a:rPr lang="en-US" sz="1100" dirty="0"/>
              <a:t> </a:t>
            </a:r>
            <a:r>
              <a:rPr lang="en-US" sz="1100" dirty="0" err="1"/>
              <a:t>báo</a:t>
            </a:r>
            <a:r>
              <a:rPr lang="en-US" sz="1100" dirty="0"/>
              <a:t> </a:t>
            </a:r>
            <a:r>
              <a:rPr lang="en-US" sz="1100" dirty="0" err="1"/>
              <a:t>ch</a:t>
            </a:r>
            <a:r>
              <a:rPr lang="vi-VN" sz="1100" dirty="0"/>
              <a:t>ư</a:t>
            </a:r>
            <a:r>
              <a:rPr lang="en-US" sz="1100" dirty="0"/>
              <a:t>a v</a:t>
            </a:r>
            <a:r>
              <a:rPr lang="vi-VN" sz="1100" dirty="0"/>
              <a:t>ư</a:t>
            </a:r>
            <a:r>
              <a:rPr lang="en-US" sz="1100" dirty="0" err="1"/>
              <a:t>ợt</a:t>
            </a:r>
            <a:r>
              <a:rPr lang="en-US" sz="1100" dirty="0"/>
              <a:t> qua </a:t>
            </a:r>
            <a:r>
              <a:rPr lang="en-US" sz="1100" dirty="0" err="1"/>
              <a:t>thử</a:t>
            </a:r>
            <a:r>
              <a:rPr lang="en-US" sz="1100" dirty="0"/>
              <a:t> </a:t>
            </a:r>
            <a:r>
              <a:rPr lang="en-US" sz="1100" dirty="0" err="1"/>
              <a:t>thách</a:t>
            </a:r>
            <a:endParaRPr lang="vi-VN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7D7592-5486-4B19-AF09-F167B38FCA4D}"/>
              </a:ext>
            </a:extLst>
          </p:cNvPr>
          <p:cNvSpPr/>
          <p:nvPr/>
        </p:nvSpPr>
        <p:spPr>
          <a:xfrm>
            <a:off x="6891894" y="1934776"/>
            <a:ext cx="1620270" cy="423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EEB022"/>
                </a:solidFill>
              </a:rPr>
              <a:t>RẤT TIẾC!!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4164C5-6956-4D27-AE26-3D6898677996}"/>
              </a:ext>
            </a:extLst>
          </p:cNvPr>
          <p:cNvSpPr/>
          <p:nvPr/>
        </p:nvSpPr>
        <p:spPr>
          <a:xfrm>
            <a:off x="6693669" y="2371983"/>
            <a:ext cx="2126655" cy="350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rgbClr val="0072B7"/>
                </a:solidFill>
              </a:rPr>
              <a:t>Bạn</a:t>
            </a:r>
            <a:r>
              <a:rPr lang="en-US" sz="1000" b="1" dirty="0">
                <a:solidFill>
                  <a:srgbClr val="0072B7"/>
                </a:solidFill>
              </a:rPr>
              <a:t> </a:t>
            </a:r>
            <a:r>
              <a:rPr lang="en-US" sz="1000" b="1" dirty="0" err="1">
                <a:solidFill>
                  <a:srgbClr val="0072B7"/>
                </a:solidFill>
              </a:rPr>
              <a:t>ch</a:t>
            </a:r>
            <a:r>
              <a:rPr lang="vi-VN" sz="1000" b="1" dirty="0">
                <a:solidFill>
                  <a:srgbClr val="0072B7"/>
                </a:solidFill>
              </a:rPr>
              <a:t>ư</a:t>
            </a:r>
            <a:r>
              <a:rPr lang="en-US" sz="1000" b="1" dirty="0">
                <a:solidFill>
                  <a:srgbClr val="0072B7"/>
                </a:solidFill>
              </a:rPr>
              <a:t>a v</a:t>
            </a:r>
            <a:r>
              <a:rPr lang="vi-VN" sz="1000" b="1" dirty="0">
                <a:solidFill>
                  <a:srgbClr val="0072B7"/>
                </a:solidFill>
              </a:rPr>
              <a:t>ư</a:t>
            </a:r>
            <a:r>
              <a:rPr lang="en-US" sz="1000" b="1" dirty="0" err="1">
                <a:solidFill>
                  <a:srgbClr val="0072B7"/>
                </a:solidFill>
              </a:rPr>
              <a:t>ợt</a:t>
            </a:r>
            <a:r>
              <a:rPr lang="en-US" sz="1000" b="1" dirty="0">
                <a:solidFill>
                  <a:srgbClr val="0072B7"/>
                </a:solidFill>
              </a:rPr>
              <a:t> qua </a:t>
            </a:r>
            <a:r>
              <a:rPr lang="en-US" sz="1000" b="1" dirty="0" err="1">
                <a:solidFill>
                  <a:srgbClr val="0072B7"/>
                </a:solidFill>
              </a:rPr>
              <a:t>thử</a:t>
            </a:r>
            <a:r>
              <a:rPr lang="en-US" sz="1000" b="1" dirty="0">
                <a:solidFill>
                  <a:srgbClr val="0072B7"/>
                </a:solidFill>
              </a:rPr>
              <a:t> </a:t>
            </a:r>
            <a:r>
              <a:rPr lang="en-US" sz="1000" b="1" dirty="0" err="1">
                <a:solidFill>
                  <a:srgbClr val="0072B7"/>
                </a:solidFill>
              </a:rPr>
              <a:t>thách</a:t>
            </a:r>
            <a:endParaRPr lang="en-US" sz="1000" b="1" dirty="0">
              <a:solidFill>
                <a:srgbClr val="0072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264716"/>
      </p:ext>
    </p:extLst>
  </p:cSld>
  <p:clrMapOvr>
    <a:masterClrMapping/>
  </p:clrMapOvr>
</p:sld>
</file>

<file path=ppt/theme/theme1.xml><?xml version="1.0" encoding="utf-8"?>
<a:theme xmlns:a="http://schemas.openxmlformats.org/drawingml/2006/main" name="1_Presentation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7247</TotalTime>
  <Words>638</Words>
  <Application>Microsoft Macintosh PowerPoint</Application>
  <PresentationFormat>Widescreen</PresentationFormat>
  <Paragraphs>63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Courier New</vt:lpstr>
      <vt:lpstr>Segoe UI Black</vt:lpstr>
      <vt:lpstr>Wingdings</vt:lpstr>
      <vt:lpstr>1_Presentation1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DUYEN TRINH - IMC</dc:creator>
  <cp:lastModifiedBy>Nguyễn Quốc Tuấn</cp:lastModifiedBy>
  <cp:revision>702</cp:revision>
  <dcterms:created xsi:type="dcterms:W3CDTF">2020-02-28T02:12:35Z</dcterms:created>
  <dcterms:modified xsi:type="dcterms:W3CDTF">2021-03-31T08:08:59Z</dcterms:modified>
</cp:coreProperties>
</file>