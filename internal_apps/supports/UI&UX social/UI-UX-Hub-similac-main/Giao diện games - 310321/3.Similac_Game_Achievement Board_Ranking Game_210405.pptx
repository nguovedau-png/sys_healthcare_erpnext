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2"/>
  </p:notesMasterIdLst>
  <p:sldIdLst>
    <p:sldId id="256" r:id="rId5"/>
    <p:sldId id="257" r:id="rId6"/>
    <p:sldId id="263" r:id="rId7"/>
    <p:sldId id="259" r:id="rId8"/>
    <p:sldId id="261" r:id="rId9"/>
    <p:sldId id="264" r:id="rId10"/>
    <p:sldId id="262" r:id="rId11"/>
  </p:sldIdLst>
  <p:sldSz cx="12192000" cy="6858000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Võ Quốc Khang" initials="VQK" lastIdx="2" clrIdx="0">
    <p:extLst>
      <p:ext uri="{19B8F6BF-5375-455C-9EA6-DF929625EA0E}">
        <p15:presenceInfo xmlns:p15="http://schemas.microsoft.com/office/powerpoint/2012/main" userId="Võ Quốc Khang" providerId="None"/>
      </p:ext>
    </p:extLst>
  </p:cmAuthor>
  <p:cmAuthor id="2" name="Pham, Thi Anh Xuan" initials="PTAX" lastIdx="7" clrIdx="1">
    <p:extLst>
      <p:ext uri="{19B8F6BF-5375-455C-9EA6-DF929625EA0E}">
        <p15:presenceInfo xmlns:p15="http://schemas.microsoft.com/office/powerpoint/2012/main" userId="S::thianhxuan.pham@abbott.com::d3057f02-314d-4090-95af-d0c86a15bf02" providerId="AD"/>
      </p:ext>
    </p:extLst>
  </p:cmAuthor>
  <p:cmAuthor id="3" name="Ngọc Đỗ" initials="NĐ" lastIdx="7" clrIdx="2">
    <p:extLst>
      <p:ext uri="{19B8F6BF-5375-455C-9EA6-DF929625EA0E}">
        <p15:presenceInfo xmlns:p15="http://schemas.microsoft.com/office/powerpoint/2012/main" userId="Ngọc Đỗ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280" autoAdjust="0"/>
  </p:normalViewPr>
  <p:slideViewPr>
    <p:cSldViewPr snapToGrid="0" snapToObjects="1">
      <p:cViewPr varScale="1">
        <p:scale>
          <a:sx n="81" d="100"/>
          <a:sy n="81" d="100"/>
        </p:scale>
        <p:origin x="82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commentAuthors" Target="commentAuthors.xml"/><Relationship Id="rId18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gọc Đỗ" userId="a031efcd-4e27-43a7-bfeb-11d0bdba25fc" providerId="ADAL" clId="{E07D0050-B51D-4E1E-975D-33BDE4F2A2B7}"/>
    <pc:docChg chg="undo custSel modSld">
      <pc:chgData name="Ngọc Đỗ" userId="a031efcd-4e27-43a7-bfeb-11d0bdba25fc" providerId="ADAL" clId="{E07D0050-B51D-4E1E-975D-33BDE4F2A2B7}" dt="2021-04-05T04:14:12.058" v="811" actId="1592"/>
      <pc:docMkLst>
        <pc:docMk/>
      </pc:docMkLst>
      <pc:sldChg chg="addSp delSp modSp mod addCm delCm">
        <pc:chgData name="Ngọc Đỗ" userId="a031efcd-4e27-43a7-bfeb-11d0bdba25fc" providerId="ADAL" clId="{E07D0050-B51D-4E1E-975D-33BDE4F2A2B7}" dt="2021-04-05T04:11:24.585" v="597"/>
        <pc:sldMkLst>
          <pc:docMk/>
          <pc:sldMk cId="2733865942" sldId="257"/>
        </pc:sldMkLst>
        <pc:spChg chg="mod">
          <ac:chgData name="Ngọc Đỗ" userId="a031efcd-4e27-43a7-bfeb-11d0bdba25fc" providerId="ADAL" clId="{E07D0050-B51D-4E1E-975D-33BDE4F2A2B7}" dt="2021-04-05T04:06:11.959" v="53" actId="1076"/>
          <ac:spMkLst>
            <pc:docMk/>
            <pc:sldMk cId="2733865942" sldId="257"/>
            <ac:spMk id="2" creationId="{5F2BE88B-2575-4CDA-B311-5E95997A0255}"/>
          </ac:spMkLst>
        </pc:spChg>
        <pc:spChg chg="add del mod">
          <ac:chgData name="Ngọc Đỗ" userId="a031efcd-4e27-43a7-bfeb-11d0bdba25fc" providerId="ADAL" clId="{E07D0050-B51D-4E1E-975D-33BDE4F2A2B7}" dt="2021-04-05T04:11:24.585" v="597"/>
          <ac:spMkLst>
            <pc:docMk/>
            <pc:sldMk cId="2733865942" sldId="257"/>
            <ac:spMk id="11" creationId="{FB1A878F-8ACB-40EA-B393-C78A16123A04}"/>
          </ac:spMkLst>
        </pc:spChg>
        <pc:spChg chg="add mod">
          <ac:chgData name="Ngọc Đỗ" userId="a031efcd-4e27-43a7-bfeb-11d0bdba25fc" providerId="ADAL" clId="{E07D0050-B51D-4E1E-975D-33BDE4F2A2B7}" dt="2021-04-05T04:11:22.067" v="595" actId="113"/>
          <ac:spMkLst>
            <pc:docMk/>
            <pc:sldMk cId="2733865942" sldId="257"/>
            <ac:spMk id="12" creationId="{9DA495AC-4FA9-4474-8C14-0231B7D0EFE1}"/>
          </ac:spMkLst>
        </pc:spChg>
        <pc:spChg chg="mod">
          <ac:chgData name="Ngọc Đỗ" userId="a031efcd-4e27-43a7-bfeb-11d0bdba25fc" providerId="ADAL" clId="{E07D0050-B51D-4E1E-975D-33BDE4F2A2B7}" dt="2021-04-05T04:06:55.228" v="59" actId="1076"/>
          <ac:spMkLst>
            <pc:docMk/>
            <pc:sldMk cId="2733865942" sldId="257"/>
            <ac:spMk id="14" creationId="{1C168082-39B5-4C88-B4F1-406211A0669F}"/>
          </ac:spMkLst>
        </pc:spChg>
        <pc:spChg chg="mod">
          <ac:chgData name="Ngọc Đỗ" userId="a031efcd-4e27-43a7-bfeb-11d0bdba25fc" providerId="ADAL" clId="{E07D0050-B51D-4E1E-975D-33BDE4F2A2B7}" dt="2021-04-05T04:06:07.911" v="52" actId="14100"/>
          <ac:spMkLst>
            <pc:docMk/>
            <pc:sldMk cId="2733865942" sldId="257"/>
            <ac:spMk id="15" creationId="{51436828-31E1-49BA-8936-A88FC17FB34A}"/>
          </ac:spMkLst>
        </pc:spChg>
        <pc:spChg chg="mod">
          <ac:chgData name="Ngọc Đỗ" userId="a031efcd-4e27-43a7-bfeb-11d0bdba25fc" providerId="ADAL" clId="{E07D0050-B51D-4E1E-975D-33BDE4F2A2B7}" dt="2021-04-05T04:05:32.989" v="0" actId="571"/>
          <ac:spMkLst>
            <pc:docMk/>
            <pc:sldMk cId="2733865942" sldId="257"/>
            <ac:spMk id="16" creationId="{114EED3F-C7CB-4750-A9A4-E7CDD890B939}"/>
          </ac:spMkLst>
        </pc:spChg>
        <pc:spChg chg="mod">
          <ac:chgData name="Ngọc Đỗ" userId="a031efcd-4e27-43a7-bfeb-11d0bdba25fc" providerId="ADAL" clId="{E07D0050-B51D-4E1E-975D-33BDE4F2A2B7}" dt="2021-04-05T04:05:32.989" v="0" actId="571"/>
          <ac:spMkLst>
            <pc:docMk/>
            <pc:sldMk cId="2733865942" sldId="257"/>
            <ac:spMk id="30" creationId="{30EC7098-4BB3-4F96-A2CD-A228268DE64E}"/>
          </ac:spMkLst>
        </pc:spChg>
        <pc:spChg chg="add mod">
          <ac:chgData name="Ngọc Đỗ" userId="a031efcd-4e27-43a7-bfeb-11d0bdba25fc" providerId="ADAL" clId="{E07D0050-B51D-4E1E-975D-33BDE4F2A2B7}" dt="2021-04-05T04:06:23.238" v="56" actId="1076"/>
          <ac:spMkLst>
            <pc:docMk/>
            <pc:sldMk cId="2733865942" sldId="257"/>
            <ac:spMk id="32" creationId="{B8E67874-64BB-453E-BE18-1B3EFAC02A6C}"/>
          </ac:spMkLst>
        </pc:spChg>
        <pc:spChg chg="mod">
          <ac:chgData name="Ngọc Đỗ" userId="a031efcd-4e27-43a7-bfeb-11d0bdba25fc" providerId="ADAL" clId="{E07D0050-B51D-4E1E-975D-33BDE4F2A2B7}" dt="2021-04-05T04:05:32.989" v="0" actId="571"/>
          <ac:spMkLst>
            <pc:docMk/>
            <pc:sldMk cId="2733865942" sldId="257"/>
            <ac:spMk id="48" creationId="{EDE184B4-D7A4-4934-BC64-234127FB3A3B}"/>
          </ac:spMkLst>
        </pc:spChg>
        <pc:grpChg chg="mod">
          <ac:chgData name="Ngọc Đỗ" userId="a031efcd-4e27-43a7-bfeb-11d0bdba25fc" providerId="ADAL" clId="{E07D0050-B51D-4E1E-975D-33BDE4F2A2B7}" dt="2021-04-05T04:05:32.989" v="0" actId="571"/>
          <ac:grpSpMkLst>
            <pc:docMk/>
            <pc:sldMk cId="2733865942" sldId="257"/>
            <ac:grpSpMk id="3" creationId="{A58879BB-73E6-43D5-9B5D-B72692AA039F}"/>
          </ac:grpSpMkLst>
        </pc:grpChg>
        <pc:grpChg chg="mod">
          <ac:chgData name="Ngọc Đỗ" userId="a031efcd-4e27-43a7-bfeb-11d0bdba25fc" providerId="ADAL" clId="{E07D0050-B51D-4E1E-975D-33BDE4F2A2B7}" dt="2021-04-05T04:06:59.648" v="61" actId="1076"/>
          <ac:grpSpMkLst>
            <pc:docMk/>
            <pc:sldMk cId="2733865942" sldId="257"/>
            <ac:grpSpMk id="9" creationId="{9FF1D4E6-B974-4375-849B-A173F21985C1}"/>
          </ac:grpSpMkLst>
        </pc:grpChg>
        <pc:grpChg chg="mod">
          <ac:chgData name="Ngọc Đỗ" userId="a031efcd-4e27-43a7-bfeb-11d0bdba25fc" providerId="ADAL" clId="{E07D0050-B51D-4E1E-975D-33BDE4F2A2B7}" dt="2021-04-05T04:05:32.989" v="0" actId="571"/>
          <ac:grpSpMkLst>
            <pc:docMk/>
            <pc:sldMk cId="2733865942" sldId="257"/>
            <ac:grpSpMk id="39" creationId="{3853E2D6-DF8F-4F47-8816-3D91F131D488}"/>
          </ac:grpSpMkLst>
        </pc:grpChg>
        <pc:grpChg chg="mod">
          <ac:chgData name="Ngọc Đỗ" userId="a031efcd-4e27-43a7-bfeb-11d0bdba25fc" providerId="ADAL" clId="{E07D0050-B51D-4E1E-975D-33BDE4F2A2B7}" dt="2021-04-05T04:05:32.989" v="0" actId="571"/>
          <ac:grpSpMkLst>
            <pc:docMk/>
            <pc:sldMk cId="2733865942" sldId="257"/>
            <ac:grpSpMk id="50" creationId="{5C7801F7-7B75-491F-AC3E-8FBC1437961C}"/>
          </ac:grpSpMkLst>
        </pc:grpChg>
        <pc:picChg chg="mod">
          <ac:chgData name="Ngọc Đỗ" userId="a031efcd-4e27-43a7-bfeb-11d0bdba25fc" providerId="ADAL" clId="{E07D0050-B51D-4E1E-975D-33BDE4F2A2B7}" dt="2021-04-05T04:05:32.989" v="0" actId="571"/>
          <ac:picMkLst>
            <pc:docMk/>
            <pc:sldMk cId="2733865942" sldId="257"/>
            <ac:picMk id="20" creationId="{3A209E79-56A6-4031-994B-1BFEC0C3AB8C}"/>
          </ac:picMkLst>
        </pc:picChg>
        <pc:picChg chg="mod">
          <ac:chgData name="Ngọc Đỗ" userId="a031efcd-4e27-43a7-bfeb-11d0bdba25fc" providerId="ADAL" clId="{E07D0050-B51D-4E1E-975D-33BDE4F2A2B7}" dt="2021-04-05T04:05:32.989" v="0" actId="571"/>
          <ac:picMkLst>
            <pc:docMk/>
            <pc:sldMk cId="2733865942" sldId="257"/>
            <ac:picMk id="25" creationId="{96923AF8-90A6-4524-9B24-258015C83DE3}"/>
          </ac:picMkLst>
        </pc:picChg>
        <pc:picChg chg="mod ord">
          <ac:chgData name="Ngọc Đỗ" userId="a031efcd-4e27-43a7-bfeb-11d0bdba25fc" providerId="ADAL" clId="{E07D0050-B51D-4E1E-975D-33BDE4F2A2B7}" dt="2021-04-05T04:06:38.909" v="57" actId="166"/>
          <ac:picMkLst>
            <pc:docMk/>
            <pc:sldMk cId="2733865942" sldId="257"/>
            <ac:picMk id="51" creationId="{F2A99FED-331E-4209-BF0A-B37F5EDE5997}"/>
          </ac:picMkLst>
        </pc:picChg>
      </pc:sldChg>
      <pc:sldChg chg="addSp delSp modSp mod delCm">
        <pc:chgData name="Ngọc Đỗ" userId="a031efcd-4e27-43a7-bfeb-11d0bdba25fc" providerId="ADAL" clId="{E07D0050-B51D-4E1E-975D-33BDE4F2A2B7}" dt="2021-04-05T04:10:11.397" v="529" actId="20577"/>
        <pc:sldMkLst>
          <pc:docMk/>
          <pc:sldMk cId="1843551658" sldId="259"/>
        </pc:sldMkLst>
        <pc:spChg chg="mod">
          <ac:chgData name="Ngọc Đỗ" userId="a031efcd-4e27-43a7-bfeb-11d0bdba25fc" providerId="ADAL" clId="{E07D0050-B51D-4E1E-975D-33BDE4F2A2B7}" dt="2021-04-05T04:10:11.397" v="529" actId="20577"/>
          <ac:spMkLst>
            <pc:docMk/>
            <pc:sldMk cId="1843551658" sldId="259"/>
            <ac:spMk id="9" creationId="{FECBB617-93E3-2B44-9021-12EABBD0C2AD}"/>
          </ac:spMkLst>
        </pc:spChg>
        <pc:spChg chg="mod">
          <ac:chgData name="Ngọc Đỗ" userId="a031efcd-4e27-43a7-bfeb-11d0bdba25fc" providerId="ADAL" clId="{E07D0050-B51D-4E1E-975D-33BDE4F2A2B7}" dt="2021-04-05T04:08:11.461" v="118"/>
          <ac:spMkLst>
            <pc:docMk/>
            <pc:sldMk cId="1843551658" sldId="259"/>
            <ac:spMk id="46" creationId="{DDD2A7A2-9F6E-47ED-BD20-27C5A55BF1AA}"/>
          </ac:spMkLst>
        </pc:spChg>
        <pc:spChg chg="mod">
          <ac:chgData name="Ngọc Đỗ" userId="a031efcd-4e27-43a7-bfeb-11d0bdba25fc" providerId="ADAL" clId="{E07D0050-B51D-4E1E-975D-33BDE4F2A2B7}" dt="2021-04-05T04:08:11.461" v="118"/>
          <ac:spMkLst>
            <pc:docMk/>
            <pc:sldMk cId="1843551658" sldId="259"/>
            <ac:spMk id="52" creationId="{4A4A07E8-C8F8-41F8-8E15-884E4E473561}"/>
          </ac:spMkLst>
        </pc:spChg>
        <pc:spChg chg="mod">
          <ac:chgData name="Ngọc Đỗ" userId="a031efcd-4e27-43a7-bfeb-11d0bdba25fc" providerId="ADAL" clId="{E07D0050-B51D-4E1E-975D-33BDE4F2A2B7}" dt="2021-04-05T04:08:11.461" v="118"/>
          <ac:spMkLst>
            <pc:docMk/>
            <pc:sldMk cId="1843551658" sldId="259"/>
            <ac:spMk id="57" creationId="{A9F836D7-205B-4860-90B8-2E17EDD0817C}"/>
          </ac:spMkLst>
        </pc:spChg>
        <pc:spChg chg="mod">
          <ac:chgData name="Ngọc Đỗ" userId="a031efcd-4e27-43a7-bfeb-11d0bdba25fc" providerId="ADAL" clId="{E07D0050-B51D-4E1E-975D-33BDE4F2A2B7}" dt="2021-04-05T04:08:11.461" v="118"/>
          <ac:spMkLst>
            <pc:docMk/>
            <pc:sldMk cId="1843551658" sldId="259"/>
            <ac:spMk id="58" creationId="{A6C435A9-C495-426F-BCB9-AFC6F414183E}"/>
          </ac:spMkLst>
        </pc:spChg>
        <pc:spChg chg="mod">
          <ac:chgData name="Ngọc Đỗ" userId="a031efcd-4e27-43a7-bfeb-11d0bdba25fc" providerId="ADAL" clId="{E07D0050-B51D-4E1E-975D-33BDE4F2A2B7}" dt="2021-04-05T04:08:11.461" v="118"/>
          <ac:spMkLst>
            <pc:docMk/>
            <pc:sldMk cId="1843551658" sldId="259"/>
            <ac:spMk id="59" creationId="{7F22E0A7-388F-4D03-8D14-FC7C3FF5C614}"/>
          </ac:spMkLst>
        </pc:spChg>
        <pc:spChg chg="mod">
          <ac:chgData name="Ngọc Đỗ" userId="a031efcd-4e27-43a7-bfeb-11d0bdba25fc" providerId="ADAL" clId="{E07D0050-B51D-4E1E-975D-33BDE4F2A2B7}" dt="2021-04-05T04:08:11.461" v="118"/>
          <ac:spMkLst>
            <pc:docMk/>
            <pc:sldMk cId="1843551658" sldId="259"/>
            <ac:spMk id="60" creationId="{DA08DA2A-EA41-45EB-982D-67875D3E6D1A}"/>
          </ac:spMkLst>
        </pc:spChg>
        <pc:spChg chg="mod">
          <ac:chgData name="Ngọc Đỗ" userId="a031efcd-4e27-43a7-bfeb-11d0bdba25fc" providerId="ADAL" clId="{E07D0050-B51D-4E1E-975D-33BDE4F2A2B7}" dt="2021-04-05T04:08:11.461" v="118"/>
          <ac:spMkLst>
            <pc:docMk/>
            <pc:sldMk cId="1843551658" sldId="259"/>
            <ac:spMk id="61" creationId="{07836AB6-B570-46F3-9530-B72671B3F920}"/>
          </ac:spMkLst>
        </pc:spChg>
        <pc:spChg chg="mod">
          <ac:chgData name="Ngọc Đỗ" userId="a031efcd-4e27-43a7-bfeb-11d0bdba25fc" providerId="ADAL" clId="{E07D0050-B51D-4E1E-975D-33BDE4F2A2B7}" dt="2021-04-05T04:08:35.201" v="125" actId="571"/>
          <ac:spMkLst>
            <pc:docMk/>
            <pc:sldMk cId="1843551658" sldId="259"/>
            <ac:spMk id="64" creationId="{7C5B0929-6727-4D03-B26D-D8F8F05265F0}"/>
          </ac:spMkLst>
        </pc:spChg>
        <pc:spChg chg="mod">
          <ac:chgData name="Ngọc Đỗ" userId="a031efcd-4e27-43a7-bfeb-11d0bdba25fc" providerId="ADAL" clId="{E07D0050-B51D-4E1E-975D-33BDE4F2A2B7}" dt="2021-04-05T04:08:46.049" v="131" actId="20577"/>
          <ac:spMkLst>
            <pc:docMk/>
            <pc:sldMk cId="1843551658" sldId="259"/>
            <ac:spMk id="67" creationId="{42261665-2770-4FEE-BB7B-FC9255A12A8E}"/>
          </ac:spMkLst>
        </pc:spChg>
        <pc:grpChg chg="del">
          <ac:chgData name="Ngọc Đỗ" userId="a031efcd-4e27-43a7-bfeb-11d0bdba25fc" providerId="ADAL" clId="{E07D0050-B51D-4E1E-975D-33BDE4F2A2B7}" dt="2021-04-05T04:08:09.996" v="117" actId="478"/>
          <ac:grpSpMkLst>
            <pc:docMk/>
            <pc:sldMk cId="1843551658" sldId="259"/>
            <ac:grpSpMk id="3" creationId="{C2B3342C-7F2F-42D7-A366-9C14F47CD7C0}"/>
          </ac:grpSpMkLst>
        </pc:grpChg>
        <pc:grpChg chg="mod">
          <ac:chgData name="Ngọc Đỗ" userId="a031efcd-4e27-43a7-bfeb-11d0bdba25fc" providerId="ADAL" clId="{E07D0050-B51D-4E1E-975D-33BDE4F2A2B7}" dt="2021-04-05T04:08:28.759" v="122" actId="1076"/>
          <ac:grpSpMkLst>
            <pc:docMk/>
            <pc:sldMk cId="1843551658" sldId="259"/>
            <ac:grpSpMk id="38" creationId="{F0443801-B486-41EB-8CB6-DADA938A790D}"/>
          </ac:grpSpMkLst>
        </pc:grpChg>
        <pc:grpChg chg="add mod ord">
          <ac:chgData name="Ngọc Đỗ" userId="a031efcd-4e27-43a7-bfeb-11d0bdba25fc" providerId="ADAL" clId="{E07D0050-B51D-4E1E-975D-33BDE4F2A2B7}" dt="2021-04-05T04:08:24.711" v="121" actId="1076"/>
          <ac:grpSpMkLst>
            <pc:docMk/>
            <pc:sldMk cId="1843551658" sldId="259"/>
            <ac:grpSpMk id="43" creationId="{38EC48FF-68D2-4772-9C58-18B1FC3E119B}"/>
          </ac:grpSpMkLst>
        </pc:grpChg>
        <pc:grpChg chg="mod">
          <ac:chgData name="Ngọc Đỗ" userId="a031efcd-4e27-43a7-bfeb-11d0bdba25fc" providerId="ADAL" clId="{E07D0050-B51D-4E1E-975D-33BDE4F2A2B7}" dt="2021-04-05T04:08:11.461" v="118"/>
          <ac:grpSpMkLst>
            <pc:docMk/>
            <pc:sldMk cId="1843551658" sldId="259"/>
            <ac:grpSpMk id="44" creationId="{E6B18A1D-C809-4746-9AFE-6F53089973FF}"/>
          </ac:grpSpMkLst>
        </pc:grpChg>
        <pc:grpChg chg="mod">
          <ac:chgData name="Ngọc Đỗ" userId="a031efcd-4e27-43a7-bfeb-11d0bdba25fc" providerId="ADAL" clId="{E07D0050-B51D-4E1E-975D-33BDE4F2A2B7}" dt="2021-04-05T04:08:31.406" v="123" actId="1076"/>
          <ac:grpSpMkLst>
            <pc:docMk/>
            <pc:sldMk cId="1843551658" sldId="259"/>
            <ac:grpSpMk id="45" creationId="{F04039AF-199A-4760-83E7-DA18B2FF66E0}"/>
          </ac:grpSpMkLst>
        </pc:grpChg>
        <pc:grpChg chg="mod">
          <ac:chgData name="Ngọc Đỗ" userId="a031efcd-4e27-43a7-bfeb-11d0bdba25fc" providerId="ADAL" clId="{E07D0050-B51D-4E1E-975D-33BDE4F2A2B7}" dt="2021-04-05T04:08:11.461" v="118"/>
          <ac:grpSpMkLst>
            <pc:docMk/>
            <pc:sldMk cId="1843551658" sldId="259"/>
            <ac:grpSpMk id="53" creationId="{F79229FA-0904-48A0-A2C1-84B2410948C6}"/>
          </ac:grpSpMkLst>
        </pc:grpChg>
        <pc:grpChg chg="mod">
          <ac:chgData name="Ngọc Đỗ" userId="a031efcd-4e27-43a7-bfeb-11d0bdba25fc" providerId="ADAL" clId="{E07D0050-B51D-4E1E-975D-33BDE4F2A2B7}" dt="2021-04-05T04:08:11.461" v="118"/>
          <ac:grpSpMkLst>
            <pc:docMk/>
            <pc:sldMk cId="1843551658" sldId="259"/>
            <ac:grpSpMk id="56" creationId="{300D8660-A831-4524-AE3C-E5018908A812}"/>
          </ac:grpSpMkLst>
        </pc:grpChg>
        <pc:grpChg chg="add mod">
          <ac:chgData name="Ngọc Đỗ" userId="a031efcd-4e27-43a7-bfeb-11d0bdba25fc" providerId="ADAL" clId="{E07D0050-B51D-4E1E-975D-33BDE4F2A2B7}" dt="2021-04-05T04:08:35.201" v="125" actId="571"/>
          <ac:grpSpMkLst>
            <pc:docMk/>
            <pc:sldMk cId="1843551658" sldId="259"/>
            <ac:grpSpMk id="63" creationId="{533B35E9-908C-4001-A6F2-AB8AF4C1D503}"/>
          </ac:grpSpMkLst>
        </pc:grpChg>
        <pc:grpChg chg="add mod">
          <ac:chgData name="Ngọc Đỗ" userId="a031efcd-4e27-43a7-bfeb-11d0bdba25fc" providerId="ADAL" clId="{E07D0050-B51D-4E1E-975D-33BDE4F2A2B7}" dt="2021-04-05T04:08:38.984" v="126" actId="571"/>
          <ac:grpSpMkLst>
            <pc:docMk/>
            <pc:sldMk cId="1843551658" sldId="259"/>
            <ac:grpSpMk id="66" creationId="{92E4BE20-41D1-480D-8F44-1B25EC904B36}"/>
          </ac:grpSpMkLst>
        </pc:grpChg>
        <pc:picChg chg="mod">
          <ac:chgData name="Ngọc Đỗ" userId="a031efcd-4e27-43a7-bfeb-11d0bdba25fc" providerId="ADAL" clId="{E07D0050-B51D-4E1E-975D-33BDE4F2A2B7}" dt="2021-04-05T04:08:11.461" v="118"/>
          <ac:picMkLst>
            <pc:docMk/>
            <pc:sldMk cId="1843551658" sldId="259"/>
            <ac:picMk id="54" creationId="{1DD47760-A16C-4857-A904-8719B8543F4A}"/>
          </ac:picMkLst>
        </pc:picChg>
        <pc:picChg chg="mod">
          <ac:chgData name="Ngọc Đỗ" userId="a031efcd-4e27-43a7-bfeb-11d0bdba25fc" providerId="ADAL" clId="{E07D0050-B51D-4E1E-975D-33BDE4F2A2B7}" dt="2021-04-05T04:08:11.461" v="118"/>
          <ac:picMkLst>
            <pc:docMk/>
            <pc:sldMk cId="1843551658" sldId="259"/>
            <ac:picMk id="55" creationId="{E44DDE37-494C-4F21-A796-D15249F8A93A}"/>
          </ac:picMkLst>
        </pc:picChg>
        <pc:picChg chg="mod">
          <ac:chgData name="Ngọc Đỗ" userId="a031efcd-4e27-43a7-bfeb-11d0bdba25fc" providerId="ADAL" clId="{E07D0050-B51D-4E1E-975D-33BDE4F2A2B7}" dt="2021-04-05T04:08:11.461" v="118"/>
          <ac:picMkLst>
            <pc:docMk/>
            <pc:sldMk cId="1843551658" sldId="259"/>
            <ac:picMk id="62" creationId="{CCC687D9-B1AE-4F92-BC66-FE85BE53A41D}"/>
          </ac:picMkLst>
        </pc:picChg>
        <pc:cxnChg chg="mod">
          <ac:chgData name="Ngọc Đỗ" userId="a031efcd-4e27-43a7-bfeb-11d0bdba25fc" providerId="ADAL" clId="{E07D0050-B51D-4E1E-975D-33BDE4F2A2B7}" dt="2021-04-05T04:08:35.201" v="125" actId="571"/>
          <ac:cxnSpMkLst>
            <pc:docMk/>
            <pc:sldMk cId="1843551658" sldId="259"/>
            <ac:cxnSpMk id="65" creationId="{05497F73-C38E-4B3C-91E1-A5F53CC1B6DD}"/>
          </ac:cxnSpMkLst>
        </pc:cxnChg>
        <pc:cxnChg chg="mod">
          <ac:chgData name="Ngọc Đỗ" userId="a031efcd-4e27-43a7-bfeb-11d0bdba25fc" providerId="ADAL" clId="{E07D0050-B51D-4E1E-975D-33BDE4F2A2B7}" dt="2021-04-05T04:08:42.311" v="127" actId="14100"/>
          <ac:cxnSpMkLst>
            <pc:docMk/>
            <pc:sldMk cId="1843551658" sldId="259"/>
            <ac:cxnSpMk id="68" creationId="{FE05BDEC-3DD9-4AA6-AB6A-7EAC56E7541C}"/>
          </ac:cxnSpMkLst>
        </pc:cxnChg>
      </pc:sldChg>
      <pc:sldChg chg="addSp modSp mod delCm">
        <pc:chgData name="Ngọc Đỗ" userId="a031efcd-4e27-43a7-bfeb-11d0bdba25fc" providerId="ADAL" clId="{E07D0050-B51D-4E1E-975D-33BDE4F2A2B7}" dt="2021-04-05T04:14:12.058" v="811" actId="1592"/>
        <pc:sldMkLst>
          <pc:docMk/>
          <pc:sldMk cId="767786407" sldId="262"/>
        </pc:sldMkLst>
        <pc:spChg chg="add mod">
          <ac:chgData name="Ngọc Đỗ" userId="a031efcd-4e27-43a7-bfeb-11d0bdba25fc" providerId="ADAL" clId="{E07D0050-B51D-4E1E-975D-33BDE4F2A2B7}" dt="2021-04-05T04:11:47.356" v="599"/>
          <ac:spMkLst>
            <pc:docMk/>
            <pc:sldMk cId="767786407" sldId="262"/>
            <ac:spMk id="7" creationId="{C8C99380-AEE6-41AE-AD01-BB1251FD8AD3}"/>
          </ac:spMkLst>
        </pc:spChg>
        <pc:spChg chg="mod">
          <ac:chgData name="Ngọc Đỗ" userId="a031efcd-4e27-43a7-bfeb-11d0bdba25fc" providerId="ADAL" clId="{E07D0050-B51D-4E1E-975D-33BDE4F2A2B7}" dt="2021-04-05T04:13:52.182" v="808" actId="20577"/>
          <ac:spMkLst>
            <pc:docMk/>
            <pc:sldMk cId="767786407" sldId="262"/>
            <ac:spMk id="14" creationId="{AF7FE3D9-775C-4D2C-BF92-E0F612B69463}"/>
          </ac:spMkLst>
        </pc:spChg>
      </pc:sldChg>
      <pc:sldChg chg="addSp delSp modSp mod delCm">
        <pc:chgData name="Ngọc Đỗ" userId="a031efcd-4e27-43a7-bfeb-11d0bdba25fc" providerId="ADAL" clId="{E07D0050-B51D-4E1E-975D-33BDE4F2A2B7}" dt="2021-04-05T04:11:25.485" v="598"/>
        <pc:sldMkLst>
          <pc:docMk/>
          <pc:sldMk cId="2589966440" sldId="263"/>
        </pc:sldMkLst>
        <pc:spChg chg="mod">
          <ac:chgData name="Ngọc Đỗ" userId="a031efcd-4e27-43a7-bfeb-11d0bdba25fc" providerId="ADAL" clId="{E07D0050-B51D-4E1E-975D-33BDE4F2A2B7}" dt="2021-04-05T04:07:07.930" v="63"/>
          <ac:spMkLst>
            <pc:docMk/>
            <pc:sldMk cId="2589966440" sldId="263"/>
            <ac:spMk id="49" creationId="{66608907-FF9E-47BA-AA8D-97570BD9C67F}"/>
          </ac:spMkLst>
        </pc:spChg>
        <pc:spChg chg="mod">
          <ac:chgData name="Ngọc Đỗ" userId="a031efcd-4e27-43a7-bfeb-11d0bdba25fc" providerId="ADAL" clId="{E07D0050-B51D-4E1E-975D-33BDE4F2A2B7}" dt="2021-04-05T04:07:07.930" v="63"/>
          <ac:spMkLst>
            <pc:docMk/>
            <pc:sldMk cId="2589966440" sldId="263"/>
            <ac:spMk id="52" creationId="{73DE661E-E884-4C81-8754-59DEF0C47BE7}"/>
          </ac:spMkLst>
        </pc:spChg>
        <pc:spChg chg="mod">
          <ac:chgData name="Ngọc Đỗ" userId="a031efcd-4e27-43a7-bfeb-11d0bdba25fc" providerId="ADAL" clId="{E07D0050-B51D-4E1E-975D-33BDE4F2A2B7}" dt="2021-04-05T04:07:07.930" v="63"/>
          <ac:spMkLst>
            <pc:docMk/>
            <pc:sldMk cId="2589966440" sldId="263"/>
            <ac:spMk id="57" creationId="{3AAD97D9-E604-483A-AEFA-4C9F721B7810}"/>
          </ac:spMkLst>
        </pc:spChg>
        <pc:spChg chg="mod">
          <ac:chgData name="Ngọc Đỗ" userId="a031efcd-4e27-43a7-bfeb-11d0bdba25fc" providerId="ADAL" clId="{E07D0050-B51D-4E1E-975D-33BDE4F2A2B7}" dt="2021-04-05T04:07:25.519" v="113" actId="1076"/>
          <ac:spMkLst>
            <pc:docMk/>
            <pc:sldMk cId="2589966440" sldId="263"/>
            <ac:spMk id="58" creationId="{35B928B0-12A7-4E6B-9270-F960AF6E7C93}"/>
          </ac:spMkLst>
        </pc:spChg>
        <pc:spChg chg="mod">
          <ac:chgData name="Ngọc Đỗ" userId="a031efcd-4e27-43a7-bfeb-11d0bdba25fc" providerId="ADAL" clId="{E07D0050-B51D-4E1E-975D-33BDE4F2A2B7}" dt="2021-04-05T04:07:07.930" v="63"/>
          <ac:spMkLst>
            <pc:docMk/>
            <pc:sldMk cId="2589966440" sldId="263"/>
            <ac:spMk id="59" creationId="{85E1E91F-D9FC-438B-9846-D2505450C92D}"/>
          </ac:spMkLst>
        </pc:spChg>
        <pc:spChg chg="mod">
          <ac:chgData name="Ngọc Đỗ" userId="a031efcd-4e27-43a7-bfeb-11d0bdba25fc" providerId="ADAL" clId="{E07D0050-B51D-4E1E-975D-33BDE4F2A2B7}" dt="2021-04-05T04:07:07.930" v="63"/>
          <ac:spMkLst>
            <pc:docMk/>
            <pc:sldMk cId="2589966440" sldId="263"/>
            <ac:spMk id="60" creationId="{F9D9A13E-30E8-44A5-80A5-9E2C6F8CD519}"/>
          </ac:spMkLst>
        </pc:spChg>
        <pc:spChg chg="mod">
          <ac:chgData name="Ngọc Đỗ" userId="a031efcd-4e27-43a7-bfeb-11d0bdba25fc" providerId="ADAL" clId="{E07D0050-B51D-4E1E-975D-33BDE4F2A2B7}" dt="2021-04-05T04:07:07.930" v="63"/>
          <ac:spMkLst>
            <pc:docMk/>
            <pc:sldMk cId="2589966440" sldId="263"/>
            <ac:spMk id="61" creationId="{3BCC9169-9C76-4C41-817B-0735E13B5F38}"/>
          </ac:spMkLst>
        </pc:spChg>
        <pc:spChg chg="add mod">
          <ac:chgData name="Ngọc Đỗ" userId="a031efcd-4e27-43a7-bfeb-11d0bdba25fc" providerId="ADAL" clId="{E07D0050-B51D-4E1E-975D-33BDE4F2A2B7}" dt="2021-04-05T04:11:25.485" v="598"/>
          <ac:spMkLst>
            <pc:docMk/>
            <pc:sldMk cId="2589966440" sldId="263"/>
            <ac:spMk id="63" creationId="{50A1A66D-CB01-4F2F-8996-2F84CE6F7C9C}"/>
          </ac:spMkLst>
        </pc:spChg>
        <pc:grpChg chg="del">
          <ac:chgData name="Ngọc Đỗ" userId="a031efcd-4e27-43a7-bfeb-11d0bdba25fc" providerId="ADAL" clId="{E07D0050-B51D-4E1E-975D-33BDE4F2A2B7}" dt="2021-04-05T04:07:07.312" v="62" actId="478"/>
          <ac:grpSpMkLst>
            <pc:docMk/>
            <pc:sldMk cId="2589966440" sldId="263"/>
            <ac:grpSpMk id="2" creationId="{209C2104-4033-423B-86DD-AC72DD22344E}"/>
          </ac:grpSpMkLst>
        </pc:grpChg>
        <pc:grpChg chg="add mod">
          <ac:chgData name="Ngọc Đỗ" userId="a031efcd-4e27-43a7-bfeb-11d0bdba25fc" providerId="ADAL" clId="{E07D0050-B51D-4E1E-975D-33BDE4F2A2B7}" dt="2021-04-05T04:07:07.930" v="63"/>
          <ac:grpSpMkLst>
            <pc:docMk/>
            <pc:sldMk cId="2589966440" sldId="263"/>
            <ac:grpSpMk id="37" creationId="{518A5448-328C-4E25-96F3-97A3AF5D8362}"/>
          </ac:grpSpMkLst>
        </pc:grpChg>
        <pc:grpChg chg="mod">
          <ac:chgData name="Ngọc Đỗ" userId="a031efcd-4e27-43a7-bfeb-11d0bdba25fc" providerId="ADAL" clId="{E07D0050-B51D-4E1E-975D-33BDE4F2A2B7}" dt="2021-04-05T04:07:07.930" v="63"/>
          <ac:grpSpMkLst>
            <pc:docMk/>
            <pc:sldMk cId="2589966440" sldId="263"/>
            <ac:grpSpMk id="47" creationId="{C8996DB3-665E-4D62-8AA4-168B09881CF4}"/>
          </ac:grpSpMkLst>
        </pc:grpChg>
        <pc:grpChg chg="mod">
          <ac:chgData name="Ngọc Đỗ" userId="a031efcd-4e27-43a7-bfeb-11d0bdba25fc" providerId="ADAL" clId="{E07D0050-B51D-4E1E-975D-33BDE4F2A2B7}" dt="2021-04-05T04:07:07.930" v="63"/>
          <ac:grpSpMkLst>
            <pc:docMk/>
            <pc:sldMk cId="2589966440" sldId="263"/>
            <ac:grpSpMk id="53" creationId="{88EA23F0-7C90-4192-93C7-DF73200545E4}"/>
          </ac:grpSpMkLst>
        </pc:grpChg>
        <pc:grpChg chg="mod">
          <ac:chgData name="Ngọc Đỗ" userId="a031efcd-4e27-43a7-bfeb-11d0bdba25fc" providerId="ADAL" clId="{E07D0050-B51D-4E1E-975D-33BDE4F2A2B7}" dt="2021-04-05T04:07:07.930" v="63"/>
          <ac:grpSpMkLst>
            <pc:docMk/>
            <pc:sldMk cId="2589966440" sldId="263"/>
            <ac:grpSpMk id="56" creationId="{F8AB473F-E259-4C87-A67D-204652A426D3}"/>
          </ac:grpSpMkLst>
        </pc:grpChg>
        <pc:picChg chg="mod">
          <ac:chgData name="Ngọc Đỗ" userId="a031efcd-4e27-43a7-bfeb-11d0bdba25fc" providerId="ADAL" clId="{E07D0050-B51D-4E1E-975D-33BDE4F2A2B7}" dt="2021-04-05T04:07:07.930" v="63"/>
          <ac:picMkLst>
            <pc:docMk/>
            <pc:sldMk cId="2589966440" sldId="263"/>
            <ac:picMk id="54" creationId="{C3B5880F-60E0-45EB-AF75-56AD94AD9184}"/>
          </ac:picMkLst>
        </pc:picChg>
        <pc:picChg chg="mod">
          <ac:chgData name="Ngọc Đỗ" userId="a031efcd-4e27-43a7-bfeb-11d0bdba25fc" providerId="ADAL" clId="{E07D0050-B51D-4E1E-975D-33BDE4F2A2B7}" dt="2021-04-05T04:07:07.930" v="63"/>
          <ac:picMkLst>
            <pc:docMk/>
            <pc:sldMk cId="2589966440" sldId="263"/>
            <ac:picMk id="55" creationId="{6C90074D-089F-47D3-95D1-51759DD0BFFD}"/>
          </ac:picMkLst>
        </pc:picChg>
        <pc:picChg chg="mod">
          <ac:chgData name="Ngọc Đỗ" userId="a031efcd-4e27-43a7-bfeb-11d0bdba25fc" providerId="ADAL" clId="{E07D0050-B51D-4E1E-975D-33BDE4F2A2B7}" dt="2021-04-05T04:07:07.930" v="63"/>
          <ac:picMkLst>
            <pc:docMk/>
            <pc:sldMk cId="2589966440" sldId="263"/>
            <ac:picMk id="62" creationId="{BA80F299-A312-4B3D-9ABB-B09076B13CF2}"/>
          </ac:picMkLst>
        </pc:picChg>
      </pc:sldChg>
    </pc:docChg>
  </pc:docChgLst>
  <pc:docChgLst>
    <pc:chgData name="Ngọc Đỗ" userId="a031efcd-4e27-43a7-bfeb-11d0bdba25fc" providerId="ADAL" clId="{D0B1CBD4-570A-4AEF-ABE5-7DE8BE870C2F}"/>
    <pc:docChg chg="custSel addSld modSld">
      <pc:chgData name="Ngọc Đỗ" userId="a031efcd-4e27-43a7-bfeb-11d0bdba25fc" providerId="ADAL" clId="{D0B1CBD4-570A-4AEF-ABE5-7DE8BE870C2F}" dt="2021-04-05T04:31:48.775" v="640" actId="207"/>
      <pc:docMkLst>
        <pc:docMk/>
      </pc:docMkLst>
      <pc:sldChg chg="modSp mod">
        <pc:chgData name="Ngọc Đỗ" userId="a031efcd-4e27-43a7-bfeb-11d0bdba25fc" providerId="ADAL" clId="{D0B1CBD4-570A-4AEF-ABE5-7DE8BE870C2F}" dt="2021-04-05T04:24:24.624" v="526" actId="20577"/>
        <pc:sldMkLst>
          <pc:docMk/>
          <pc:sldMk cId="3843956157" sldId="256"/>
        </pc:sldMkLst>
        <pc:spChg chg="mod">
          <ac:chgData name="Ngọc Đỗ" userId="a031efcd-4e27-43a7-bfeb-11d0bdba25fc" providerId="ADAL" clId="{D0B1CBD4-570A-4AEF-ABE5-7DE8BE870C2F}" dt="2021-04-05T04:24:24.624" v="526" actId="20577"/>
          <ac:spMkLst>
            <pc:docMk/>
            <pc:sldMk cId="3843956157" sldId="256"/>
            <ac:spMk id="3" creationId="{F77B4212-34DA-7949-8FB7-22CD23CCB9D6}"/>
          </ac:spMkLst>
        </pc:spChg>
      </pc:sldChg>
      <pc:sldChg chg="modSp mod">
        <pc:chgData name="Ngọc Đỗ" userId="a031efcd-4e27-43a7-bfeb-11d0bdba25fc" providerId="ADAL" clId="{D0B1CBD4-570A-4AEF-ABE5-7DE8BE870C2F}" dt="2021-04-05T04:16:51.248" v="4" actId="20577"/>
        <pc:sldMkLst>
          <pc:docMk/>
          <pc:sldMk cId="1843551658" sldId="259"/>
        </pc:sldMkLst>
        <pc:spChg chg="mod">
          <ac:chgData name="Ngọc Đỗ" userId="a031efcd-4e27-43a7-bfeb-11d0bdba25fc" providerId="ADAL" clId="{D0B1CBD4-570A-4AEF-ABE5-7DE8BE870C2F}" dt="2021-04-05T04:16:51.248" v="4" actId="20577"/>
          <ac:spMkLst>
            <pc:docMk/>
            <pc:sldMk cId="1843551658" sldId="259"/>
            <ac:spMk id="10" creationId="{F9E6F421-2013-4086-8C3B-EC54840D6F3F}"/>
          </ac:spMkLst>
        </pc:spChg>
      </pc:sldChg>
      <pc:sldChg chg="addSp delSp modSp mod delCm">
        <pc:chgData name="Ngọc Đỗ" userId="a031efcd-4e27-43a7-bfeb-11d0bdba25fc" providerId="ADAL" clId="{D0B1CBD4-570A-4AEF-ABE5-7DE8BE870C2F}" dt="2021-04-05T04:24:07.574" v="520" actId="207"/>
        <pc:sldMkLst>
          <pc:docMk/>
          <pc:sldMk cId="1418435778" sldId="261"/>
        </pc:sldMkLst>
        <pc:spChg chg="add mod">
          <ac:chgData name="Ngọc Đỗ" userId="a031efcd-4e27-43a7-bfeb-11d0bdba25fc" providerId="ADAL" clId="{D0B1CBD4-570A-4AEF-ABE5-7DE8BE870C2F}" dt="2021-04-05T04:22:35.990" v="315" actId="1076"/>
          <ac:spMkLst>
            <pc:docMk/>
            <pc:sldMk cId="1418435778" sldId="261"/>
            <ac:spMk id="3" creationId="{A2FF3453-F896-4576-B04E-F59125A819CA}"/>
          </ac:spMkLst>
        </pc:spChg>
        <pc:spChg chg="mod">
          <ac:chgData name="Ngọc Đỗ" userId="a031efcd-4e27-43a7-bfeb-11d0bdba25fc" providerId="ADAL" clId="{D0B1CBD4-570A-4AEF-ABE5-7DE8BE870C2F}" dt="2021-04-05T04:24:07.574" v="520" actId="207"/>
          <ac:spMkLst>
            <pc:docMk/>
            <pc:sldMk cId="1418435778" sldId="261"/>
            <ac:spMk id="9" creationId="{FECBB617-93E3-2B44-9021-12EABBD0C2AD}"/>
          </ac:spMkLst>
        </pc:spChg>
        <pc:spChg chg="mod">
          <ac:chgData name="Ngọc Đỗ" userId="a031efcd-4e27-43a7-bfeb-11d0bdba25fc" providerId="ADAL" clId="{D0B1CBD4-570A-4AEF-ABE5-7DE8BE870C2F}" dt="2021-04-05T04:16:57.964" v="8" actId="20577"/>
          <ac:spMkLst>
            <pc:docMk/>
            <pc:sldMk cId="1418435778" sldId="261"/>
            <ac:spMk id="10" creationId="{F9E6F421-2013-4086-8C3B-EC54840D6F3F}"/>
          </ac:spMkLst>
        </pc:spChg>
        <pc:spChg chg="mod">
          <ac:chgData name="Ngọc Đỗ" userId="a031efcd-4e27-43a7-bfeb-11d0bdba25fc" providerId="ADAL" clId="{D0B1CBD4-570A-4AEF-ABE5-7DE8BE870C2F}" dt="2021-04-05T04:21:12.259" v="305"/>
          <ac:spMkLst>
            <pc:docMk/>
            <pc:sldMk cId="1418435778" sldId="261"/>
            <ac:spMk id="18" creationId="{80D6C5F1-DE21-420C-B8FA-0ADC55C5CAA2}"/>
          </ac:spMkLst>
        </pc:spChg>
        <pc:spChg chg="mod">
          <ac:chgData name="Ngọc Đỗ" userId="a031efcd-4e27-43a7-bfeb-11d0bdba25fc" providerId="ADAL" clId="{D0B1CBD4-570A-4AEF-ABE5-7DE8BE870C2F}" dt="2021-04-05T04:21:12.259" v="305"/>
          <ac:spMkLst>
            <pc:docMk/>
            <pc:sldMk cId="1418435778" sldId="261"/>
            <ac:spMk id="19" creationId="{48C97DA1-383C-417C-9878-9C087E73DB37}"/>
          </ac:spMkLst>
        </pc:spChg>
        <pc:spChg chg="mod">
          <ac:chgData name="Ngọc Đỗ" userId="a031efcd-4e27-43a7-bfeb-11d0bdba25fc" providerId="ADAL" clId="{D0B1CBD4-570A-4AEF-ABE5-7DE8BE870C2F}" dt="2021-04-05T04:21:12.259" v="305"/>
          <ac:spMkLst>
            <pc:docMk/>
            <pc:sldMk cId="1418435778" sldId="261"/>
            <ac:spMk id="27" creationId="{5FCEE73B-8EA9-4EF3-97CA-9DC770F61F3A}"/>
          </ac:spMkLst>
        </pc:spChg>
        <pc:spChg chg="mod">
          <ac:chgData name="Ngọc Đỗ" userId="a031efcd-4e27-43a7-bfeb-11d0bdba25fc" providerId="ADAL" clId="{D0B1CBD4-570A-4AEF-ABE5-7DE8BE870C2F}" dt="2021-04-05T04:21:12.259" v="305"/>
          <ac:spMkLst>
            <pc:docMk/>
            <pc:sldMk cId="1418435778" sldId="261"/>
            <ac:spMk id="29" creationId="{D09278C5-7716-4C8A-808F-BBAAB5CB053E}"/>
          </ac:spMkLst>
        </pc:spChg>
        <pc:spChg chg="mod">
          <ac:chgData name="Ngọc Đỗ" userId="a031efcd-4e27-43a7-bfeb-11d0bdba25fc" providerId="ADAL" clId="{D0B1CBD4-570A-4AEF-ABE5-7DE8BE870C2F}" dt="2021-04-05T04:21:12.259" v="305"/>
          <ac:spMkLst>
            <pc:docMk/>
            <pc:sldMk cId="1418435778" sldId="261"/>
            <ac:spMk id="30" creationId="{6DB6817E-BE8A-44FD-9E18-2F085E231E9B}"/>
          </ac:spMkLst>
        </pc:spChg>
        <pc:spChg chg="mod">
          <ac:chgData name="Ngọc Đỗ" userId="a031efcd-4e27-43a7-bfeb-11d0bdba25fc" providerId="ADAL" clId="{D0B1CBD4-570A-4AEF-ABE5-7DE8BE870C2F}" dt="2021-04-05T04:21:12.259" v="305"/>
          <ac:spMkLst>
            <pc:docMk/>
            <pc:sldMk cId="1418435778" sldId="261"/>
            <ac:spMk id="31" creationId="{29EC0D5C-DF14-4ADE-9B62-48E3031A0CAD}"/>
          </ac:spMkLst>
        </pc:spChg>
        <pc:spChg chg="mod">
          <ac:chgData name="Ngọc Đỗ" userId="a031efcd-4e27-43a7-bfeb-11d0bdba25fc" providerId="ADAL" clId="{D0B1CBD4-570A-4AEF-ABE5-7DE8BE870C2F}" dt="2021-04-05T04:21:12.259" v="305"/>
          <ac:spMkLst>
            <pc:docMk/>
            <pc:sldMk cId="1418435778" sldId="261"/>
            <ac:spMk id="32" creationId="{80DDE80E-D30D-4094-ACFC-90113B24C0A3}"/>
          </ac:spMkLst>
        </pc:spChg>
        <pc:spChg chg="mod">
          <ac:chgData name="Ngọc Đỗ" userId="a031efcd-4e27-43a7-bfeb-11d0bdba25fc" providerId="ADAL" clId="{D0B1CBD4-570A-4AEF-ABE5-7DE8BE870C2F}" dt="2021-04-05T04:21:08.828" v="303" actId="6549"/>
          <ac:spMkLst>
            <pc:docMk/>
            <pc:sldMk cId="1418435778" sldId="261"/>
            <ac:spMk id="34" creationId="{073CD28C-981E-49B5-AC7A-9EC1201E0B3C}"/>
          </ac:spMkLst>
        </pc:spChg>
        <pc:grpChg chg="del">
          <ac:chgData name="Ngọc Đỗ" userId="a031efcd-4e27-43a7-bfeb-11d0bdba25fc" providerId="ADAL" clId="{D0B1CBD4-570A-4AEF-ABE5-7DE8BE870C2F}" dt="2021-04-05T04:21:11.235" v="304" actId="478"/>
          <ac:grpSpMkLst>
            <pc:docMk/>
            <pc:sldMk cId="1418435778" sldId="261"/>
            <ac:grpSpMk id="5" creationId="{4FBA4722-E4BF-4A7F-BF85-DF5976AE7F49}"/>
          </ac:grpSpMkLst>
        </pc:grpChg>
        <pc:grpChg chg="add mod">
          <ac:chgData name="Ngọc Đỗ" userId="a031efcd-4e27-43a7-bfeb-11d0bdba25fc" providerId="ADAL" clId="{D0B1CBD4-570A-4AEF-ABE5-7DE8BE870C2F}" dt="2021-04-05T04:21:17.175" v="306" actId="1076"/>
          <ac:grpSpMkLst>
            <pc:docMk/>
            <pc:sldMk cId="1418435778" sldId="261"/>
            <ac:grpSpMk id="16" creationId="{E9D856D5-B76B-4078-AC4B-28B5C777613B}"/>
          </ac:grpSpMkLst>
        </pc:grpChg>
        <pc:grpChg chg="mod">
          <ac:chgData name="Ngọc Đỗ" userId="a031efcd-4e27-43a7-bfeb-11d0bdba25fc" providerId="ADAL" clId="{D0B1CBD4-570A-4AEF-ABE5-7DE8BE870C2F}" dt="2021-04-05T04:21:12.259" v="305"/>
          <ac:grpSpMkLst>
            <pc:docMk/>
            <pc:sldMk cId="1418435778" sldId="261"/>
            <ac:grpSpMk id="17" creationId="{CB01FD42-DAC6-44D1-B2DD-78CDB28AFE43}"/>
          </ac:grpSpMkLst>
        </pc:grpChg>
        <pc:grpChg chg="mod">
          <ac:chgData name="Ngọc Đỗ" userId="a031efcd-4e27-43a7-bfeb-11d0bdba25fc" providerId="ADAL" clId="{D0B1CBD4-570A-4AEF-ABE5-7DE8BE870C2F}" dt="2021-04-05T04:21:12.259" v="305"/>
          <ac:grpSpMkLst>
            <pc:docMk/>
            <pc:sldMk cId="1418435778" sldId="261"/>
            <ac:grpSpMk id="20" creationId="{53504151-EA3D-46C7-BD16-D0131D2218D7}"/>
          </ac:grpSpMkLst>
        </pc:grpChg>
        <pc:grpChg chg="mod">
          <ac:chgData name="Ngọc Đỗ" userId="a031efcd-4e27-43a7-bfeb-11d0bdba25fc" providerId="ADAL" clId="{D0B1CBD4-570A-4AEF-ABE5-7DE8BE870C2F}" dt="2021-04-05T04:21:12.259" v="305"/>
          <ac:grpSpMkLst>
            <pc:docMk/>
            <pc:sldMk cId="1418435778" sldId="261"/>
            <ac:grpSpMk id="23" creationId="{B9BA2F1E-B3CB-4406-A21C-BE423CB87624}"/>
          </ac:grpSpMkLst>
        </pc:grpChg>
        <pc:picChg chg="mod">
          <ac:chgData name="Ngọc Đỗ" userId="a031efcd-4e27-43a7-bfeb-11d0bdba25fc" providerId="ADAL" clId="{D0B1CBD4-570A-4AEF-ABE5-7DE8BE870C2F}" dt="2021-04-05T04:21:12.259" v="305"/>
          <ac:picMkLst>
            <pc:docMk/>
            <pc:sldMk cId="1418435778" sldId="261"/>
            <ac:picMk id="21" creationId="{E8D08BC4-066E-467C-9755-CE81AD866094}"/>
          </ac:picMkLst>
        </pc:picChg>
        <pc:picChg chg="del mod">
          <ac:chgData name="Ngọc Đỗ" userId="a031efcd-4e27-43a7-bfeb-11d0bdba25fc" providerId="ADAL" clId="{D0B1CBD4-570A-4AEF-ABE5-7DE8BE870C2F}" dt="2021-04-05T04:21:21.929" v="307" actId="478"/>
          <ac:picMkLst>
            <pc:docMk/>
            <pc:sldMk cId="1418435778" sldId="261"/>
            <ac:picMk id="22" creationId="{61A6D1C2-7194-49CB-A61A-911CB8F37192}"/>
          </ac:picMkLst>
        </pc:picChg>
        <pc:picChg chg="mod">
          <ac:chgData name="Ngọc Đỗ" userId="a031efcd-4e27-43a7-bfeb-11d0bdba25fc" providerId="ADAL" clId="{D0B1CBD4-570A-4AEF-ABE5-7DE8BE870C2F}" dt="2021-04-05T04:21:12.259" v="305"/>
          <ac:picMkLst>
            <pc:docMk/>
            <pc:sldMk cId="1418435778" sldId="261"/>
            <ac:picMk id="33" creationId="{9D575990-5360-41D2-A330-12FD085B83B7}"/>
          </ac:picMkLst>
        </pc:picChg>
      </pc:sldChg>
      <pc:sldChg chg="addSp delSp modSp mod">
        <pc:chgData name="Ngọc Đỗ" userId="a031efcd-4e27-43a7-bfeb-11d0bdba25fc" providerId="ADAL" clId="{D0B1CBD4-570A-4AEF-ABE5-7DE8BE870C2F}" dt="2021-04-05T04:20:13.126" v="267" actId="1076"/>
        <pc:sldMkLst>
          <pc:docMk/>
          <pc:sldMk cId="767786407" sldId="262"/>
        </pc:sldMkLst>
        <pc:spChg chg="mod">
          <ac:chgData name="Ngọc Đỗ" userId="a031efcd-4e27-43a7-bfeb-11d0bdba25fc" providerId="ADAL" clId="{D0B1CBD4-570A-4AEF-ABE5-7DE8BE870C2F}" dt="2021-04-05T04:20:10.559" v="266" actId="164"/>
          <ac:spMkLst>
            <pc:docMk/>
            <pc:sldMk cId="767786407" sldId="262"/>
            <ac:spMk id="5" creationId="{0E81D4E1-46D2-406B-9A82-3756A5A1FDDF}"/>
          </ac:spMkLst>
        </pc:spChg>
        <pc:spChg chg="mod">
          <ac:chgData name="Ngọc Đỗ" userId="a031efcd-4e27-43a7-bfeb-11d0bdba25fc" providerId="ADAL" clId="{D0B1CBD4-570A-4AEF-ABE5-7DE8BE870C2F}" dt="2021-04-05T04:19:59.246" v="263" actId="164"/>
          <ac:spMkLst>
            <pc:docMk/>
            <pc:sldMk cId="767786407" sldId="262"/>
            <ac:spMk id="9" creationId="{FECBB617-93E3-2B44-9021-12EABBD0C2AD}"/>
          </ac:spMkLst>
        </pc:spChg>
        <pc:spChg chg="mod">
          <ac:chgData name="Ngọc Đỗ" userId="a031efcd-4e27-43a7-bfeb-11d0bdba25fc" providerId="ADAL" clId="{D0B1CBD4-570A-4AEF-ABE5-7DE8BE870C2F}" dt="2021-04-05T04:19:48.003" v="262" actId="20577"/>
          <ac:spMkLst>
            <pc:docMk/>
            <pc:sldMk cId="767786407" sldId="262"/>
            <ac:spMk id="10" creationId="{F9E6F421-2013-4086-8C3B-EC54840D6F3F}"/>
          </ac:spMkLst>
        </pc:spChg>
        <pc:spChg chg="del mod topLvl">
          <ac:chgData name="Ngọc Đỗ" userId="a031efcd-4e27-43a7-bfeb-11d0bdba25fc" providerId="ADAL" clId="{D0B1CBD4-570A-4AEF-ABE5-7DE8BE870C2F}" dt="2021-04-05T04:18:46.085" v="257" actId="478"/>
          <ac:spMkLst>
            <pc:docMk/>
            <pc:sldMk cId="767786407" sldId="262"/>
            <ac:spMk id="11" creationId="{24230F83-559F-4723-AA8F-4C528FD3AE29}"/>
          </ac:spMkLst>
        </pc:spChg>
        <pc:spChg chg="mod">
          <ac:chgData name="Ngọc Đỗ" userId="a031efcd-4e27-43a7-bfeb-11d0bdba25fc" providerId="ADAL" clId="{D0B1CBD4-570A-4AEF-ABE5-7DE8BE870C2F}" dt="2021-04-05T04:19:59.246" v="263" actId="164"/>
          <ac:spMkLst>
            <pc:docMk/>
            <pc:sldMk cId="767786407" sldId="262"/>
            <ac:spMk id="14" creationId="{AF7FE3D9-775C-4D2C-BF92-E0F612B69463}"/>
          </ac:spMkLst>
        </pc:spChg>
        <pc:grpChg chg="add del mod">
          <ac:chgData name="Ngọc Đỗ" userId="a031efcd-4e27-43a7-bfeb-11d0bdba25fc" providerId="ADAL" clId="{D0B1CBD4-570A-4AEF-ABE5-7DE8BE870C2F}" dt="2021-04-05T04:18:46.085" v="257" actId="478"/>
          <ac:grpSpMkLst>
            <pc:docMk/>
            <pc:sldMk cId="767786407" sldId="262"/>
            <ac:grpSpMk id="8" creationId="{719C407E-A109-4BAB-9146-6BCEB253CEAB}"/>
          </ac:grpSpMkLst>
        </pc:grpChg>
        <pc:grpChg chg="add mod">
          <ac:chgData name="Ngọc Đỗ" userId="a031efcd-4e27-43a7-bfeb-11d0bdba25fc" providerId="ADAL" clId="{D0B1CBD4-570A-4AEF-ABE5-7DE8BE870C2F}" dt="2021-04-05T04:19:59.246" v="263" actId="164"/>
          <ac:grpSpMkLst>
            <pc:docMk/>
            <pc:sldMk cId="767786407" sldId="262"/>
            <ac:grpSpMk id="13" creationId="{E3968565-6788-4C1D-9C9E-C08126ADD267}"/>
          </ac:grpSpMkLst>
        </pc:grpChg>
        <pc:grpChg chg="add mod">
          <ac:chgData name="Ngọc Đỗ" userId="a031efcd-4e27-43a7-bfeb-11d0bdba25fc" providerId="ADAL" clId="{D0B1CBD4-570A-4AEF-ABE5-7DE8BE870C2F}" dt="2021-04-05T04:20:06.808" v="265" actId="164"/>
          <ac:grpSpMkLst>
            <pc:docMk/>
            <pc:sldMk cId="767786407" sldId="262"/>
            <ac:grpSpMk id="15" creationId="{15AAF470-C3EF-413D-A886-B7155864710A}"/>
          </ac:grpSpMkLst>
        </pc:grpChg>
        <pc:grpChg chg="add mod">
          <ac:chgData name="Ngọc Đỗ" userId="a031efcd-4e27-43a7-bfeb-11d0bdba25fc" providerId="ADAL" clId="{D0B1CBD4-570A-4AEF-ABE5-7DE8BE870C2F}" dt="2021-04-05T04:20:13.126" v="267" actId="1076"/>
          <ac:grpSpMkLst>
            <pc:docMk/>
            <pc:sldMk cId="767786407" sldId="262"/>
            <ac:grpSpMk id="16" creationId="{D6D4184E-F4B0-4B1F-9E70-CECCA4EF50E4}"/>
          </ac:grpSpMkLst>
        </pc:grpChg>
        <pc:picChg chg="mod">
          <ac:chgData name="Ngọc Đỗ" userId="a031efcd-4e27-43a7-bfeb-11d0bdba25fc" providerId="ADAL" clId="{D0B1CBD4-570A-4AEF-ABE5-7DE8BE870C2F}" dt="2021-04-05T04:20:10.559" v="266" actId="164"/>
          <ac:picMkLst>
            <pc:docMk/>
            <pc:sldMk cId="767786407" sldId="262"/>
            <ac:picMk id="3" creationId="{75388E9A-E684-4D6B-8818-1BF90CC1B8A4}"/>
          </ac:picMkLst>
        </pc:picChg>
        <pc:cxnChg chg="mod topLvl">
          <ac:chgData name="Ngọc Đỗ" userId="a031efcd-4e27-43a7-bfeb-11d0bdba25fc" providerId="ADAL" clId="{D0B1CBD4-570A-4AEF-ABE5-7DE8BE870C2F}" dt="2021-04-05T04:20:10.559" v="266" actId="164"/>
          <ac:cxnSpMkLst>
            <pc:docMk/>
            <pc:sldMk cId="767786407" sldId="262"/>
            <ac:cxnSpMk id="12" creationId="{C3D416CB-622C-4D8D-B70D-492C5F44C095}"/>
          </ac:cxnSpMkLst>
        </pc:cxnChg>
      </pc:sldChg>
      <pc:sldChg chg="addSp delSp modSp new mod">
        <pc:chgData name="Ngọc Đỗ" userId="a031efcd-4e27-43a7-bfeb-11d0bdba25fc" providerId="ADAL" clId="{D0B1CBD4-570A-4AEF-ABE5-7DE8BE870C2F}" dt="2021-04-05T04:31:48.775" v="640" actId="207"/>
        <pc:sldMkLst>
          <pc:docMk/>
          <pc:sldMk cId="997054498" sldId="264"/>
        </pc:sldMkLst>
        <pc:spChg chg="mod">
          <ac:chgData name="Ngọc Đỗ" userId="a031efcd-4e27-43a7-bfeb-11d0bdba25fc" providerId="ADAL" clId="{D0B1CBD4-570A-4AEF-ABE5-7DE8BE870C2F}" dt="2021-04-05T04:31:46.934" v="639" actId="207"/>
          <ac:spMkLst>
            <pc:docMk/>
            <pc:sldMk cId="997054498" sldId="264"/>
            <ac:spMk id="2" creationId="{07FD86EC-0579-4506-836A-D66038B3579F}"/>
          </ac:spMkLst>
        </pc:spChg>
        <pc:spChg chg="mod">
          <ac:chgData name="Ngọc Đỗ" userId="a031efcd-4e27-43a7-bfeb-11d0bdba25fc" providerId="ADAL" clId="{D0B1CBD4-570A-4AEF-ABE5-7DE8BE870C2F}" dt="2021-04-05T04:31:48.775" v="640" actId="207"/>
          <ac:spMkLst>
            <pc:docMk/>
            <pc:sldMk cId="997054498" sldId="264"/>
            <ac:spMk id="3" creationId="{5D1F4D13-7CBA-4F96-8E94-275F5DE85E08}"/>
          </ac:spMkLst>
        </pc:spChg>
        <pc:spChg chg="del">
          <ac:chgData name="Ngọc Đỗ" userId="a031efcd-4e27-43a7-bfeb-11d0bdba25fc" providerId="ADAL" clId="{D0B1CBD4-570A-4AEF-ABE5-7DE8BE870C2F}" dt="2021-04-05T04:29:48.882" v="602" actId="478"/>
          <ac:spMkLst>
            <pc:docMk/>
            <pc:sldMk cId="997054498" sldId="264"/>
            <ac:spMk id="4" creationId="{80CFDC44-A029-41D6-9C5E-F7C4E830C872}"/>
          </ac:spMkLst>
        </pc:spChg>
        <pc:spChg chg="add del mod">
          <ac:chgData name="Ngọc Đỗ" userId="a031efcd-4e27-43a7-bfeb-11d0bdba25fc" providerId="ADAL" clId="{D0B1CBD4-570A-4AEF-ABE5-7DE8BE870C2F}" dt="2021-04-05T04:29:37.219" v="529"/>
          <ac:spMkLst>
            <pc:docMk/>
            <pc:sldMk cId="997054498" sldId="264"/>
            <ac:spMk id="5" creationId="{019D07D9-4ED2-4207-9EA5-6B3571A16B52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1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72EFFD1F-275D-40AC-AFA9-7F0901A37E70}" type="datetimeFigureOut">
              <a:rPr lang="en-US" smtClean="0"/>
              <a:t>4/5/2021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73892"/>
            <a:ext cx="5608320" cy="3660459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8A9357AC-3F87-474E-8940-49476C1046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31610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9357AC-3F87-474E-8940-49476C10464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180174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9357AC-3F87-474E-8940-49476C10464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83995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9357AC-3F87-474E-8940-49476C10464A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385844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9357AC-3F87-474E-8940-49476C10464A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373088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/>
              <a:t>Propose: </a:t>
            </a:r>
            <a:r>
              <a:rPr lang="en-US"/>
              <a:t>Rule đạt điểm top 10 game thiết kế chung với pop-up hình ảnh khi click vào banner animation.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9357AC-3F87-474E-8940-49476C10464A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02091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3D7DA1-B402-C645-ADAE-F5D8FC311D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4798B9A-8AE0-354A-9B6A-6B03E0FED4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E3D7F1-81D2-1141-9050-1112AAB1C6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DEE953-32C2-454D-AA68-43234310E5B6}" type="datetimeFigureOut">
              <a:rPr lang="en-US" smtClean="0"/>
              <a:t>4/5/2021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DA1B75-8B2E-4140-AD07-5FF2238AE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9A37FE-EEC5-3B45-8B46-6745AB7126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1AA252-0293-3747-89C5-33321DF125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85256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D845D5-E89E-494B-B038-CED89BA942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40DD7D-60CD-9748-BD48-E202701BA6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0FEAA5-38DD-5A43-87C4-29482633D5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DEE953-32C2-454D-AA68-43234310E5B6}" type="datetimeFigureOut">
              <a:rPr lang="en-US" smtClean="0"/>
              <a:t>4/5/2021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7B6540-7D3F-6B44-84E1-A09E83EB78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3C6535-5403-7B4A-8F7E-86659FDBD2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1AA252-0293-3747-89C5-33321DF125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43570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AB5612-DC2C-4640-BF6C-1D19113BBD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56BA79-B390-264A-9C24-CCD10C4569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02A484-33B9-044B-AA6D-FC49B64391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DEE953-32C2-454D-AA68-43234310E5B6}" type="datetimeFigureOut">
              <a:rPr lang="en-US" smtClean="0"/>
              <a:t>4/5/2021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CC8C70-0F0D-E249-BBE7-546A576B66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4E2549-5637-D443-AFAF-0B5D73DA4B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1AA252-0293-3747-89C5-33321DF125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33870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7EF58F-E948-6A42-B1C1-11745E2254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F20FDE-B0C8-514E-8274-D569E89A570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1914FF-7D80-A148-8082-FA957132D7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58BA88-E75E-4A46-9D4C-805225BDC5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DEE953-32C2-454D-AA68-43234310E5B6}" type="datetimeFigureOut">
              <a:rPr lang="en-US" smtClean="0"/>
              <a:t>4/5/2021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C9650C-B924-444F-9F01-E9B019B9B0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3BA84C-2400-B847-94CF-803E51594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1AA252-0293-3747-89C5-33321DF125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36224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37D136-742C-A64E-A9F6-1483117E09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233F71-5A40-9945-9FBA-5D7CAF7808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FFF956-DC06-4B48-A812-B7DD9A163D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CF688E5-7130-924F-AB95-0DED81DA48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995ED41-B0F7-784F-8744-6EC2287C848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3D6E237-75DD-7048-A5C2-2EEF865F7B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DEE953-32C2-454D-AA68-43234310E5B6}" type="datetimeFigureOut">
              <a:rPr lang="en-US" smtClean="0"/>
              <a:t>4/5/2021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F1D8B86-CC11-F549-AB19-0DD214EBC6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803467E-58E3-324F-8B91-F9A3C47A26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1AA252-0293-3747-89C5-33321DF125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0439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2D8F4B-FFF8-784C-8C06-DAEB874256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B5C8911-95D7-C94D-962C-8377516381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DEE953-32C2-454D-AA68-43234310E5B6}" type="datetimeFigureOut">
              <a:rPr lang="en-US" smtClean="0"/>
              <a:t>4/5/2021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E8699DB-BFC7-E349-921C-ACC5338459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C56723-5A33-6C40-A58A-CE13396192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1AA252-0293-3747-89C5-33321DF125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28119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D420EBA-A265-014B-8891-EF8DAA3438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DEE953-32C2-454D-AA68-43234310E5B6}" type="datetimeFigureOut">
              <a:rPr lang="en-US" smtClean="0"/>
              <a:t>4/5/2021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F946509-3E23-F745-AEAD-5480E9AD64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E3DD70-1C15-3344-BDE2-203DFADA43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1AA252-0293-3747-89C5-33321DF125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55598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4C4E2A-FEC0-8744-8C42-6AF2E004C7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4510B9-3B3C-6744-AAE6-A229F7BF0B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8B615A-C719-F442-80D5-E90C2A6DBD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DFB9EB-FCAE-7248-BF1E-14718FB0B7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DEE953-32C2-454D-AA68-43234310E5B6}" type="datetimeFigureOut">
              <a:rPr lang="en-US" smtClean="0"/>
              <a:t>4/5/2021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30C6DC-BB24-994A-92D0-53C03F32DE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027720-DD15-9C47-A26C-D78FC9FE15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1AA252-0293-3747-89C5-33321DF125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3598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3AFB81-0997-FD44-8C20-D30D12FC4C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59D0113-0888-EF4E-8BA5-B9173748910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86CF39C-EBA7-E241-8C7F-09471ABB1B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8BBDCE-1196-E54B-B300-25DCA496D0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DEE953-32C2-454D-AA68-43234310E5B6}" type="datetimeFigureOut">
              <a:rPr lang="en-US" smtClean="0"/>
              <a:t>4/5/2021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F1A305-3305-474E-B11D-59E332DEE6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439240-7975-B04B-848A-EEF7B914F9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1AA252-0293-3747-89C5-33321DF125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88898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77D857-3C11-D244-A294-EEAA13CA32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2E1ED66-A833-9F47-A8B7-E7A838AAC2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F4EB31-1C35-034F-9131-6BFA5E99BA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DEE953-32C2-454D-AA68-43234310E5B6}" type="datetimeFigureOut">
              <a:rPr lang="en-US" smtClean="0"/>
              <a:t>4/5/2021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08CD9E-18F2-CF47-B041-C2FE963F43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A85D19-93AF-9642-BC39-0AAD9EC348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1AA252-0293-3747-89C5-33321DF125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81136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781E0E-711C-7F46-823A-395A7CFA738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D0A3AAE-AEC4-E04F-AC9B-581306BA575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3AE7F8-1A68-6442-B140-62876EBDA3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DEE953-32C2-454D-AA68-43234310E5B6}" type="datetimeFigureOut">
              <a:rPr lang="en-US" smtClean="0"/>
              <a:t>4/5/2021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289189-26FC-A241-BBBB-AE19C081C6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EEB252-B37C-AA4C-A2D0-6EF8178F9D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1AA252-0293-3747-89C5-33321DF125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49772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EE30397-816D-1640-9854-F8640A8E19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A052DC-9CD6-7E45-998E-2177CC8A0E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E95DE3-7737-8E4D-9F9D-59966F1E9DA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DEE953-32C2-454D-AA68-43234310E5B6}" type="datetimeFigureOut">
              <a:rPr lang="en-US" smtClean="0"/>
              <a:t>4/5/2021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80BC26-82B6-C642-8262-81D3609735C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638082-5509-4D41-A04B-5C7DF07868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1AA252-0293-3747-89C5-33321DF125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03862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jpeg"/><Relationship Id="rId12" Type="http://schemas.openxmlformats.org/officeDocument/2006/relationships/image" Target="../media/image10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jpeg"/><Relationship Id="rId10" Type="http://schemas.openxmlformats.org/officeDocument/2006/relationships/image" Target="../media/image8.sv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5.jpeg"/><Relationship Id="rId12" Type="http://schemas.openxmlformats.org/officeDocument/2006/relationships/image" Target="../media/image10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jpeg"/><Relationship Id="rId10" Type="http://schemas.openxmlformats.org/officeDocument/2006/relationships/image" Target="../media/image8.sv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D75D16-E5E5-804D-B070-78FBD0BF49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300163"/>
            <a:ext cx="9144000" cy="2387600"/>
          </a:xfrm>
        </p:spPr>
        <p:txBody>
          <a:bodyPr>
            <a:normAutofit/>
          </a:bodyPr>
          <a:lstStyle/>
          <a:p>
            <a:r>
              <a:rPr lang="en-US" b="1"/>
              <a:t>ACHIEVEMENT BOARD RANKING GAME</a:t>
            </a:r>
            <a:endParaRPr lang="en-US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77B4212-34DA-7949-8FB7-22CD23CCB9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779838"/>
            <a:ext cx="9144000" cy="1655762"/>
          </a:xfrm>
        </p:spPr>
        <p:txBody>
          <a:bodyPr/>
          <a:lstStyle/>
          <a:p>
            <a:r>
              <a:rPr lang="en-US"/>
              <a:t>Updated 05/04/2021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39561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F9E6F421-2013-4086-8C3B-EC54840D6F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8586" y="120250"/>
            <a:ext cx="10515600" cy="887251"/>
          </a:xfrm>
        </p:spPr>
        <p:txBody>
          <a:bodyPr/>
          <a:lstStyle/>
          <a:p>
            <a:r>
              <a:rPr lang="en-US" b="1"/>
              <a:t>Flow UI Thử thách thông thái (Game 1)</a:t>
            </a:r>
            <a:endParaRPr lang="en-US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B89310B-9D62-4E4C-83BF-EE6B7FD840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500" y="1158392"/>
            <a:ext cx="2089890" cy="435254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CA5841C-7EA3-4536-B739-15054A1653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944" y="4918742"/>
            <a:ext cx="743085" cy="743085"/>
          </a:xfrm>
          <a:prstGeom prst="rect">
            <a:avLst/>
          </a:prstGeom>
        </p:spPr>
      </p:pic>
      <p:sp>
        <p:nvSpPr>
          <p:cNvPr id="19" name="Arrow: Chevron 18">
            <a:extLst>
              <a:ext uri="{FF2B5EF4-FFF2-40B4-BE49-F238E27FC236}">
                <a16:creationId xmlns:a16="http://schemas.microsoft.com/office/drawing/2014/main" id="{C9DF9EA7-7FBE-4DF0-8579-057B5A6F1C2B}"/>
              </a:ext>
            </a:extLst>
          </p:cNvPr>
          <p:cNvSpPr/>
          <p:nvPr/>
        </p:nvSpPr>
        <p:spPr>
          <a:xfrm>
            <a:off x="2784774" y="3094249"/>
            <a:ext cx="305005" cy="480830"/>
          </a:xfrm>
          <a:prstGeom prst="chevron">
            <a:avLst>
              <a:gd name="adj" fmla="val 50000"/>
            </a:avLst>
          </a:prstGeom>
          <a:blipFill>
            <a:blip r:embed="rId5"/>
            <a:tile tx="0" ty="0" sx="100000" sy="100000" flip="none" algn="tl"/>
          </a:blip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>
              <a:solidFill>
                <a:schemeClr val="tx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5648051-749A-434A-A4FA-3BBE1C0B2CB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67163" y="1158392"/>
            <a:ext cx="2089890" cy="4352544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EBFF97EA-2E47-48D1-AE9F-B2E3339BB9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11597" y="2831994"/>
            <a:ext cx="743085" cy="743085"/>
          </a:xfrm>
          <a:prstGeom prst="rect">
            <a:avLst/>
          </a:prstGeom>
        </p:spPr>
      </p:pic>
      <p:sp>
        <p:nvSpPr>
          <p:cNvPr id="29" name="Rectangle 28">
            <a:extLst>
              <a:ext uri="{FF2B5EF4-FFF2-40B4-BE49-F238E27FC236}">
                <a16:creationId xmlns:a16="http://schemas.microsoft.com/office/drawing/2014/main" id="{31EB682D-6DC9-4DB6-B4F0-9B00A992C8DF}"/>
              </a:ext>
            </a:extLst>
          </p:cNvPr>
          <p:cNvSpPr/>
          <p:nvPr/>
        </p:nvSpPr>
        <p:spPr>
          <a:xfrm>
            <a:off x="9766489" y="1158392"/>
            <a:ext cx="2089890" cy="435254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/>
              <a:t>Giao diện </a:t>
            </a:r>
          </a:p>
          <a:p>
            <a:pPr algn="ctr"/>
            <a:r>
              <a:rPr lang="en-US" b="1"/>
              <a:t>chơi game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01B435C-0737-42EF-A115-B634FB66032B}"/>
              </a:ext>
            </a:extLst>
          </p:cNvPr>
          <p:cNvSpPr txBox="1"/>
          <p:nvPr/>
        </p:nvSpPr>
        <p:spPr>
          <a:xfrm>
            <a:off x="408586" y="5814420"/>
            <a:ext cx="185201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/>
              <a:t>(1) Màn hình trang chủ Hub “Hộ sinh tài trí”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CFDD611-5984-4FDC-BFA7-882C23ADFC4B}"/>
              </a:ext>
            </a:extLst>
          </p:cNvPr>
          <p:cNvSpPr txBox="1"/>
          <p:nvPr/>
        </p:nvSpPr>
        <p:spPr>
          <a:xfrm>
            <a:off x="3583139" y="5814420"/>
            <a:ext cx="185201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/>
              <a:t>(2) Màn hình danh sách game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7818D39-E461-4B99-ADF7-6CC10B7AE49E}"/>
              </a:ext>
            </a:extLst>
          </p:cNvPr>
          <p:cNvSpPr txBox="1"/>
          <p:nvPr/>
        </p:nvSpPr>
        <p:spPr>
          <a:xfrm>
            <a:off x="6720687" y="5799540"/>
            <a:ext cx="185201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/>
              <a:t>(3) Màn hình bảng xếp hạng game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43169A2-ACFE-40CA-AC62-9E3A5579841A}"/>
              </a:ext>
            </a:extLst>
          </p:cNvPr>
          <p:cNvSpPr txBox="1"/>
          <p:nvPr/>
        </p:nvSpPr>
        <p:spPr>
          <a:xfrm>
            <a:off x="9856494" y="5820580"/>
            <a:ext cx="185201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/>
              <a:t>(4) Màn hình chơi game 1</a:t>
            </a:r>
          </a:p>
        </p:txBody>
      </p:sp>
      <p:sp>
        <p:nvSpPr>
          <p:cNvPr id="36" name="Arrow: Chevron 35">
            <a:extLst>
              <a:ext uri="{FF2B5EF4-FFF2-40B4-BE49-F238E27FC236}">
                <a16:creationId xmlns:a16="http://schemas.microsoft.com/office/drawing/2014/main" id="{09FFA35F-85FF-414D-A1A9-B13703454231}"/>
              </a:ext>
            </a:extLst>
          </p:cNvPr>
          <p:cNvSpPr/>
          <p:nvPr/>
        </p:nvSpPr>
        <p:spPr>
          <a:xfrm>
            <a:off x="5932049" y="3114213"/>
            <a:ext cx="305005" cy="480830"/>
          </a:xfrm>
          <a:prstGeom prst="chevron">
            <a:avLst>
              <a:gd name="adj" fmla="val 50000"/>
            </a:avLst>
          </a:prstGeom>
          <a:blipFill>
            <a:blip r:embed="rId5"/>
            <a:tile tx="0" ty="0" sx="100000" sy="100000" flip="none" algn="tl"/>
          </a:blip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>
              <a:solidFill>
                <a:schemeClr val="tx1"/>
              </a:solidFill>
            </a:endParaRPr>
          </a:p>
        </p:txBody>
      </p:sp>
      <p:sp>
        <p:nvSpPr>
          <p:cNvPr id="38" name="Arrow: Chevron 37">
            <a:extLst>
              <a:ext uri="{FF2B5EF4-FFF2-40B4-BE49-F238E27FC236}">
                <a16:creationId xmlns:a16="http://schemas.microsoft.com/office/drawing/2014/main" id="{552B7DCB-B5A9-4A97-A3A9-DBE9CD47BAC0}"/>
              </a:ext>
            </a:extLst>
          </p:cNvPr>
          <p:cNvSpPr/>
          <p:nvPr/>
        </p:nvSpPr>
        <p:spPr>
          <a:xfrm>
            <a:off x="9084100" y="3073400"/>
            <a:ext cx="305005" cy="480830"/>
          </a:xfrm>
          <a:prstGeom prst="chevron">
            <a:avLst>
              <a:gd name="adj" fmla="val 50000"/>
            </a:avLst>
          </a:prstGeom>
          <a:blipFill>
            <a:blip r:embed="rId5"/>
            <a:tile tx="0" ty="0" sx="100000" sy="100000" flip="none" algn="tl"/>
          </a:blip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>
              <a:solidFill>
                <a:schemeClr val="tx1"/>
              </a:solidFill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0760F198-794F-4AB7-8B90-BE1EFE5E71DF}"/>
              </a:ext>
            </a:extLst>
          </p:cNvPr>
          <p:cNvGrpSpPr/>
          <p:nvPr/>
        </p:nvGrpSpPr>
        <p:grpSpPr>
          <a:xfrm>
            <a:off x="9766489" y="1153077"/>
            <a:ext cx="2089890" cy="4357859"/>
            <a:chOff x="9766489" y="1153077"/>
            <a:chExt cx="2089890" cy="4357859"/>
          </a:xfrm>
        </p:grpSpPr>
        <p:pic>
          <p:nvPicPr>
            <p:cNvPr id="27" name="Picture 2" descr="https://b.f2.photo.talk.zdn.vn/3825137163988448004/d576e2524457b909e046.jpg">
              <a:extLst>
                <a:ext uri="{FF2B5EF4-FFF2-40B4-BE49-F238E27FC236}">
                  <a16:creationId xmlns:a16="http://schemas.microsoft.com/office/drawing/2014/main" id="{3D7042B6-1648-4E32-B735-A2C03096093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766489" y="1153077"/>
              <a:ext cx="2089890" cy="435785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701F6CB0-9F23-4330-8C8D-08D1859A2CBE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1064241" y="4283711"/>
              <a:ext cx="518160" cy="707389"/>
            </a:xfrm>
            <a:prstGeom prst="rect">
              <a:avLst/>
            </a:prstGeom>
          </p:spPr>
        </p:pic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9FF1D4E6-B974-4375-849B-A173F21985C1}"/>
              </a:ext>
            </a:extLst>
          </p:cNvPr>
          <p:cNvGrpSpPr/>
          <p:nvPr/>
        </p:nvGrpSpPr>
        <p:grpSpPr>
          <a:xfrm>
            <a:off x="6616826" y="1158392"/>
            <a:ext cx="2312568" cy="4352544"/>
            <a:chOff x="6616826" y="1158392"/>
            <a:chExt cx="2312568" cy="4352544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A58879BB-73E6-43D5-9B5D-B72692AA039F}"/>
                </a:ext>
              </a:extLst>
            </p:cNvPr>
            <p:cNvGrpSpPr/>
            <p:nvPr/>
          </p:nvGrpSpPr>
          <p:grpSpPr>
            <a:xfrm>
              <a:off x="6616826" y="1158392"/>
              <a:ext cx="2312568" cy="4352544"/>
              <a:chOff x="6616826" y="1158392"/>
              <a:chExt cx="2312568" cy="4352544"/>
            </a:xfrm>
          </p:grpSpPr>
          <p:grpSp>
            <p:nvGrpSpPr>
              <p:cNvPr id="50" name="Group 49">
                <a:extLst>
                  <a:ext uri="{FF2B5EF4-FFF2-40B4-BE49-F238E27FC236}">
                    <a16:creationId xmlns:a16="http://schemas.microsoft.com/office/drawing/2014/main" id="{5C7801F7-7B75-491F-AC3E-8FBC1437961C}"/>
                  </a:ext>
                </a:extLst>
              </p:cNvPr>
              <p:cNvGrpSpPr/>
              <p:nvPr/>
            </p:nvGrpSpPr>
            <p:grpSpPr>
              <a:xfrm>
                <a:off x="6616826" y="1158392"/>
                <a:ext cx="2312568" cy="4352544"/>
                <a:chOff x="6616826" y="1158392"/>
                <a:chExt cx="2312568" cy="4352544"/>
              </a:xfrm>
            </p:grpSpPr>
            <p:grpSp>
              <p:nvGrpSpPr>
                <p:cNvPr id="39" name="Group 38">
                  <a:extLst>
                    <a:ext uri="{FF2B5EF4-FFF2-40B4-BE49-F238E27FC236}">
                      <a16:creationId xmlns:a16="http://schemas.microsoft.com/office/drawing/2014/main" id="{3853E2D6-DF8F-4F47-8816-3D91F131D488}"/>
                    </a:ext>
                  </a:extLst>
                </p:cNvPr>
                <p:cNvGrpSpPr/>
                <p:nvPr/>
              </p:nvGrpSpPr>
              <p:grpSpPr>
                <a:xfrm>
                  <a:off x="6616826" y="1158392"/>
                  <a:ext cx="2089890" cy="4352544"/>
                  <a:chOff x="6616826" y="1158392"/>
                  <a:chExt cx="2089890" cy="4352544"/>
                </a:xfrm>
              </p:grpSpPr>
              <p:sp>
                <p:nvSpPr>
                  <p:cNvPr id="14" name="Rectangle 13">
                    <a:extLst>
                      <a:ext uri="{FF2B5EF4-FFF2-40B4-BE49-F238E27FC236}">
                        <a16:creationId xmlns:a16="http://schemas.microsoft.com/office/drawing/2014/main" id="{1C168082-39B5-4C88-B4F1-406211A0669F}"/>
                      </a:ext>
                    </a:extLst>
                  </p:cNvPr>
                  <p:cNvSpPr/>
                  <p:nvPr/>
                </p:nvSpPr>
                <p:spPr>
                  <a:xfrm>
                    <a:off x="6616826" y="1158392"/>
                    <a:ext cx="2089890" cy="4352544"/>
                  </a:xfrm>
                  <a:prstGeom prst="rect">
                    <a:avLst/>
                  </a:prstGeom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5" name="Rectangle 14">
                    <a:extLst>
                      <a:ext uri="{FF2B5EF4-FFF2-40B4-BE49-F238E27FC236}">
                        <a16:creationId xmlns:a16="http://schemas.microsoft.com/office/drawing/2014/main" id="{51436828-31E1-49BA-8936-A88FC17FB34A}"/>
                      </a:ext>
                    </a:extLst>
                  </p:cNvPr>
                  <p:cNvSpPr/>
                  <p:nvPr/>
                </p:nvSpPr>
                <p:spPr>
                  <a:xfrm>
                    <a:off x="6738644" y="3148271"/>
                    <a:ext cx="1816100" cy="2226963"/>
                  </a:xfrm>
                  <a:prstGeom prst="rect">
                    <a:avLst/>
                  </a:prstGeom>
                </p:spPr>
                <p:style>
                  <a:lnRef idx="2">
                    <a:schemeClr val="accent2"/>
                  </a:lnRef>
                  <a:fillRef idx="1">
                    <a:schemeClr val="lt1"/>
                  </a:fillRef>
                  <a:effectRef idx="0">
                    <a:schemeClr val="accent2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1400" b="1"/>
                      <a:t>Bảng xếp hạng game</a:t>
                    </a:r>
                  </a:p>
                </p:txBody>
              </p:sp>
              <p:sp>
                <p:nvSpPr>
                  <p:cNvPr id="16" name="Rectangle 15">
                    <a:extLst>
                      <a:ext uri="{FF2B5EF4-FFF2-40B4-BE49-F238E27FC236}">
                        <a16:creationId xmlns:a16="http://schemas.microsoft.com/office/drawing/2014/main" id="{114EED3F-C7CB-4750-A9A4-E7CDD890B939}"/>
                      </a:ext>
                    </a:extLst>
                  </p:cNvPr>
                  <p:cNvSpPr/>
                  <p:nvPr/>
                </p:nvSpPr>
                <p:spPr>
                  <a:xfrm>
                    <a:off x="7113294" y="2580267"/>
                    <a:ext cx="1066800" cy="279400"/>
                  </a:xfrm>
                  <a:prstGeom prst="rect">
                    <a:avLst/>
                  </a:prstGeom>
                </p:spPr>
                <p:style>
                  <a:lnRef idx="2">
                    <a:schemeClr val="accent2"/>
                  </a:lnRef>
                  <a:fillRef idx="1">
                    <a:schemeClr val="lt1"/>
                  </a:fillRef>
                  <a:effectRef idx="0">
                    <a:schemeClr val="accent2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1400" b="1"/>
                      <a:t>Play Game</a:t>
                    </a:r>
                  </a:p>
                </p:txBody>
              </p:sp>
              <p:pic>
                <p:nvPicPr>
                  <p:cNvPr id="20" name="Graphic 19">
                    <a:extLst>
                      <a:ext uri="{FF2B5EF4-FFF2-40B4-BE49-F238E27FC236}">
                        <a16:creationId xmlns:a16="http://schemas.microsoft.com/office/drawing/2014/main" id="{3A209E79-56A6-4031-994B-1BFEC0C3AB8C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9">
                    <a:extLst>
                      <a:ext uri="{96DAC541-7B7A-43D3-8B79-37D633B846F1}">
                        <asvg:svgBlip xmlns:asvg="http://schemas.microsoft.com/office/drawing/2016/SVG/main" r:embed="rId1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6720688" y="1716447"/>
                    <a:ext cx="720558" cy="279400"/>
                  </a:xfrm>
                  <a:prstGeom prst="rect">
                    <a:avLst/>
                  </a:prstGeom>
                </p:spPr>
              </p:pic>
            </p:grpSp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30EC7098-4BB3-4F96-A2CD-A228268DE64E}"/>
                    </a:ext>
                  </a:extLst>
                </p:cNvPr>
                <p:cNvSpPr txBox="1"/>
                <p:nvPr/>
              </p:nvSpPr>
              <p:spPr>
                <a:xfrm>
                  <a:off x="7670800" y="1749731"/>
                  <a:ext cx="1035916" cy="230832"/>
                </a:xfrm>
                <a:prstGeom prst="rect">
                  <a:avLst/>
                </a:prstGeom>
                <a:solidFill>
                  <a:schemeClr val="accent4">
                    <a:lumMod val="60000"/>
                    <a:lumOff val="40000"/>
                  </a:schemeClr>
                </a:solidFill>
                <a:ln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 algn="r"/>
                  <a:r>
                    <a:rPr lang="en-US" sz="900" b="1"/>
                    <a:t>BXH tháng 04</a:t>
                  </a:r>
                </a:p>
              </p:txBody>
            </p:sp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EDE184B4-D7A4-4934-BC64-234127FB3A3B}"/>
                    </a:ext>
                  </a:extLst>
                </p:cNvPr>
                <p:cNvSpPr txBox="1"/>
                <p:nvPr/>
              </p:nvSpPr>
              <p:spPr>
                <a:xfrm>
                  <a:off x="6616826" y="1168225"/>
                  <a:ext cx="2312568" cy="49244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100" b="1">
                      <a:solidFill>
                        <a:schemeClr val="bg1"/>
                      </a:solidFill>
                    </a:rPr>
                    <a:t>GAME 1</a:t>
                  </a:r>
                </a:p>
                <a:p>
                  <a:r>
                    <a:rPr lang="en-US" sz="1400" b="1">
                      <a:solidFill>
                        <a:schemeClr val="bg1"/>
                      </a:solidFill>
                    </a:rPr>
                    <a:t>PHÂN LOẠI DƯỠNG CHẤT</a:t>
                  </a:r>
                </a:p>
              </p:txBody>
            </p:sp>
          </p:grpSp>
          <p:pic>
            <p:nvPicPr>
              <p:cNvPr id="25" name="Graphic 24">
                <a:extLst>
                  <a:ext uri="{FF2B5EF4-FFF2-40B4-BE49-F238E27FC236}">
                    <a16:creationId xmlns:a16="http://schemas.microsoft.com/office/drawing/2014/main" id="{96923AF8-90A6-4524-9B24-258015C83DE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/>
              </a:stretch>
            </p:blipFill>
            <p:spPr>
              <a:xfrm>
                <a:off x="6963835" y="2000400"/>
                <a:ext cx="1365717" cy="519943"/>
              </a:xfrm>
              <a:prstGeom prst="rect">
                <a:avLst/>
              </a:prstGeom>
            </p:spPr>
          </p:pic>
          <p:pic>
            <p:nvPicPr>
              <p:cNvPr id="51" name="Picture 50">
                <a:extLst>
                  <a:ext uri="{FF2B5EF4-FFF2-40B4-BE49-F238E27FC236}">
                    <a16:creationId xmlns:a16="http://schemas.microsoft.com/office/drawing/2014/main" id="{F2A99FED-331E-4209-BF0A-B37F5EDE599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647426" y="2435730"/>
                <a:ext cx="743085" cy="743085"/>
              </a:xfrm>
              <a:prstGeom prst="rect">
                <a:avLst/>
              </a:prstGeom>
            </p:spPr>
          </p:pic>
        </p:grpSp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5F2BE88B-2575-4CDA-B311-5E95997A0255}"/>
                </a:ext>
              </a:extLst>
            </p:cNvPr>
            <p:cNvSpPr txBox="1"/>
            <p:nvPr/>
          </p:nvSpPr>
          <p:spPr>
            <a:xfrm>
              <a:off x="7696586" y="3144499"/>
              <a:ext cx="103591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u="sng"/>
                <a:t>Xem chi tiết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B8E67874-64BB-453E-BE18-1B3EFAC02A6C}"/>
                </a:ext>
              </a:extLst>
            </p:cNvPr>
            <p:cNvSpPr txBox="1"/>
            <p:nvPr/>
          </p:nvSpPr>
          <p:spPr>
            <a:xfrm>
              <a:off x="6665842" y="2836985"/>
              <a:ext cx="195723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u="sng">
                  <a:solidFill>
                    <a:schemeClr val="bg1"/>
                  </a:solidFill>
                </a:rPr>
                <a:t>Hướng dẫn chơi game</a:t>
              </a:r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9DA495AC-4FA9-4474-8C14-0231B7D0EFE1}"/>
              </a:ext>
            </a:extLst>
          </p:cNvPr>
          <p:cNvSpPr txBox="1"/>
          <p:nvPr/>
        </p:nvSpPr>
        <p:spPr>
          <a:xfrm>
            <a:off x="10551091" y="6492378"/>
            <a:ext cx="154446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i="1"/>
              <a:t>*For demo only</a:t>
            </a:r>
          </a:p>
        </p:txBody>
      </p:sp>
    </p:spTree>
    <p:extLst>
      <p:ext uri="{BB962C8B-B14F-4D97-AF65-F5344CB8AC3E}">
        <p14:creationId xmlns:p14="http://schemas.microsoft.com/office/powerpoint/2010/main" val="27338659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F9E6F421-2013-4086-8C3B-EC54840D6F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8586" y="120250"/>
            <a:ext cx="10515600" cy="887251"/>
          </a:xfrm>
        </p:spPr>
        <p:txBody>
          <a:bodyPr/>
          <a:lstStyle/>
          <a:p>
            <a:r>
              <a:rPr lang="en-US" b="1"/>
              <a:t>Flow UI Thử thách thông thái (Game 2)</a:t>
            </a:r>
            <a:endParaRPr lang="en-US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B89310B-9D62-4E4C-83BF-EE6B7FD840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500" y="1158392"/>
            <a:ext cx="2089890" cy="435254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CA5841C-7EA3-4536-B739-15054A1653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944" y="4918742"/>
            <a:ext cx="743085" cy="743085"/>
          </a:xfrm>
          <a:prstGeom prst="rect">
            <a:avLst/>
          </a:prstGeom>
        </p:spPr>
      </p:pic>
      <p:sp>
        <p:nvSpPr>
          <p:cNvPr id="19" name="Arrow: Chevron 18">
            <a:extLst>
              <a:ext uri="{FF2B5EF4-FFF2-40B4-BE49-F238E27FC236}">
                <a16:creationId xmlns:a16="http://schemas.microsoft.com/office/drawing/2014/main" id="{C9DF9EA7-7FBE-4DF0-8579-057B5A6F1C2B}"/>
              </a:ext>
            </a:extLst>
          </p:cNvPr>
          <p:cNvSpPr/>
          <p:nvPr/>
        </p:nvSpPr>
        <p:spPr>
          <a:xfrm>
            <a:off x="2784774" y="3094249"/>
            <a:ext cx="305005" cy="480830"/>
          </a:xfrm>
          <a:prstGeom prst="chevron">
            <a:avLst>
              <a:gd name="adj" fmla="val 50000"/>
            </a:avLst>
          </a:prstGeom>
          <a:blipFill>
            <a:blip r:embed="rId5"/>
            <a:tile tx="0" ty="0" sx="100000" sy="100000" flip="none" algn="tl"/>
          </a:blip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>
              <a:solidFill>
                <a:schemeClr val="tx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5648051-749A-434A-A4FA-3BBE1C0B2CB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67163" y="1158392"/>
            <a:ext cx="2089890" cy="4352544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EBFF97EA-2E47-48D1-AE9F-B2E3339BB9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04218" y="3800927"/>
            <a:ext cx="743085" cy="743085"/>
          </a:xfrm>
          <a:prstGeom prst="rect">
            <a:avLst/>
          </a:prstGeom>
        </p:spPr>
      </p:pic>
      <p:sp>
        <p:nvSpPr>
          <p:cNvPr id="29" name="Rectangle 28">
            <a:extLst>
              <a:ext uri="{FF2B5EF4-FFF2-40B4-BE49-F238E27FC236}">
                <a16:creationId xmlns:a16="http://schemas.microsoft.com/office/drawing/2014/main" id="{31EB682D-6DC9-4DB6-B4F0-9B00A992C8DF}"/>
              </a:ext>
            </a:extLst>
          </p:cNvPr>
          <p:cNvSpPr/>
          <p:nvPr/>
        </p:nvSpPr>
        <p:spPr>
          <a:xfrm>
            <a:off x="9766489" y="1158392"/>
            <a:ext cx="2089890" cy="435254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/>
              <a:t>Giao diện </a:t>
            </a:r>
          </a:p>
          <a:p>
            <a:pPr algn="ctr"/>
            <a:r>
              <a:rPr lang="en-US" b="1"/>
              <a:t>chơi game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01B435C-0737-42EF-A115-B634FB66032B}"/>
              </a:ext>
            </a:extLst>
          </p:cNvPr>
          <p:cNvSpPr txBox="1"/>
          <p:nvPr/>
        </p:nvSpPr>
        <p:spPr>
          <a:xfrm>
            <a:off x="408586" y="5814420"/>
            <a:ext cx="185201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/>
              <a:t>(1) Màn hình trang chủ Hub “Hộ sinh tài trí”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CFDD611-5984-4FDC-BFA7-882C23ADFC4B}"/>
              </a:ext>
            </a:extLst>
          </p:cNvPr>
          <p:cNvSpPr txBox="1"/>
          <p:nvPr/>
        </p:nvSpPr>
        <p:spPr>
          <a:xfrm>
            <a:off x="3583139" y="5814420"/>
            <a:ext cx="185201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/>
              <a:t>(2) Màn hình danh sách game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7818D39-E461-4B99-ADF7-6CC10B7AE49E}"/>
              </a:ext>
            </a:extLst>
          </p:cNvPr>
          <p:cNvSpPr txBox="1"/>
          <p:nvPr/>
        </p:nvSpPr>
        <p:spPr>
          <a:xfrm>
            <a:off x="6720687" y="5799540"/>
            <a:ext cx="185201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/>
              <a:t>(3) Màn hình bảng xếp hạng game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43169A2-ACFE-40CA-AC62-9E3A5579841A}"/>
              </a:ext>
            </a:extLst>
          </p:cNvPr>
          <p:cNvSpPr txBox="1"/>
          <p:nvPr/>
        </p:nvSpPr>
        <p:spPr>
          <a:xfrm>
            <a:off x="9856494" y="5820580"/>
            <a:ext cx="185201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/>
              <a:t>(4) Màn hình chơi game 2</a:t>
            </a:r>
          </a:p>
        </p:txBody>
      </p:sp>
      <p:sp>
        <p:nvSpPr>
          <p:cNvPr id="36" name="Arrow: Chevron 35">
            <a:extLst>
              <a:ext uri="{FF2B5EF4-FFF2-40B4-BE49-F238E27FC236}">
                <a16:creationId xmlns:a16="http://schemas.microsoft.com/office/drawing/2014/main" id="{09FFA35F-85FF-414D-A1A9-B13703454231}"/>
              </a:ext>
            </a:extLst>
          </p:cNvPr>
          <p:cNvSpPr/>
          <p:nvPr/>
        </p:nvSpPr>
        <p:spPr>
          <a:xfrm>
            <a:off x="5932049" y="3114213"/>
            <a:ext cx="305005" cy="480830"/>
          </a:xfrm>
          <a:prstGeom prst="chevron">
            <a:avLst>
              <a:gd name="adj" fmla="val 50000"/>
            </a:avLst>
          </a:prstGeom>
          <a:blipFill>
            <a:blip r:embed="rId5"/>
            <a:tile tx="0" ty="0" sx="100000" sy="100000" flip="none" algn="tl"/>
          </a:blip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>
              <a:solidFill>
                <a:schemeClr val="tx1"/>
              </a:solidFill>
            </a:endParaRPr>
          </a:p>
        </p:txBody>
      </p:sp>
      <p:sp>
        <p:nvSpPr>
          <p:cNvPr id="38" name="Arrow: Chevron 37">
            <a:extLst>
              <a:ext uri="{FF2B5EF4-FFF2-40B4-BE49-F238E27FC236}">
                <a16:creationId xmlns:a16="http://schemas.microsoft.com/office/drawing/2014/main" id="{552B7DCB-B5A9-4A97-A3A9-DBE9CD47BAC0}"/>
              </a:ext>
            </a:extLst>
          </p:cNvPr>
          <p:cNvSpPr/>
          <p:nvPr/>
        </p:nvSpPr>
        <p:spPr>
          <a:xfrm>
            <a:off x="9084100" y="3073400"/>
            <a:ext cx="305005" cy="480830"/>
          </a:xfrm>
          <a:prstGeom prst="chevron">
            <a:avLst>
              <a:gd name="adj" fmla="val 50000"/>
            </a:avLst>
          </a:prstGeom>
          <a:blipFill>
            <a:blip r:embed="rId5"/>
            <a:tile tx="0" ty="0" sx="100000" sy="100000" flip="none" algn="tl"/>
          </a:blip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>
              <a:solidFill>
                <a:schemeClr val="tx1"/>
              </a:solidFill>
            </a:endParaRPr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C1444EEB-B24C-48E7-A1E8-AABAAAD4669C}"/>
              </a:ext>
            </a:extLst>
          </p:cNvPr>
          <p:cNvGrpSpPr/>
          <p:nvPr/>
        </p:nvGrpSpPr>
        <p:grpSpPr>
          <a:xfrm>
            <a:off x="9766489" y="1158392"/>
            <a:ext cx="2089890" cy="4352544"/>
            <a:chOff x="3096498" y="1690160"/>
            <a:chExt cx="2403598" cy="4273064"/>
          </a:xfrm>
        </p:grpSpPr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FF7130F9-BA48-44FF-96AF-F95CE5D5AE77}"/>
                </a:ext>
              </a:extLst>
            </p:cNvPr>
            <p:cNvGrpSpPr/>
            <p:nvPr/>
          </p:nvGrpSpPr>
          <p:grpSpPr>
            <a:xfrm>
              <a:off x="3096498" y="1690160"/>
              <a:ext cx="2403598" cy="4273064"/>
              <a:chOff x="93204" y="1548321"/>
              <a:chExt cx="2403598" cy="4273064"/>
            </a:xfrm>
          </p:grpSpPr>
          <p:pic>
            <p:nvPicPr>
              <p:cNvPr id="45" name="Picture 2" descr="https://b.f2.photo.talk.zdn.vn/3825137163988448004/d576e2524457b909e046.jpg">
                <a:extLst>
                  <a:ext uri="{FF2B5EF4-FFF2-40B4-BE49-F238E27FC236}">
                    <a16:creationId xmlns:a16="http://schemas.microsoft.com/office/drawing/2014/main" id="{7003F4B1-D281-4224-B0D6-A33DE620DA7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93204" y="1548321"/>
                <a:ext cx="2403598" cy="427306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E70A45A6-B64C-43CE-9D7C-06AB89F22C9A}"/>
                  </a:ext>
                </a:extLst>
              </p:cNvPr>
              <p:cNvSpPr txBox="1"/>
              <p:nvPr/>
            </p:nvSpPr>
            <p:spPr>
              <a:xfrm>
                <a:off x="755117" y="3522277"/>
                <a:ext cx="1079771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vi-VN" sz="1100" u="sng" dirty="0">
                    <a:solidFill>
                      <a:srgbClr val="0079C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Thể lệ</a:t>
                </a:r>
              </a:p>
            </p:txBody>
          </p:sp>
        </p:grp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AF8A7146-F1C8-4419-9095-ADB104D02DC7}"/>
                </a:ext>
              </a:extLst>
            </p:cNvPr>
            <p:cNvSpPr txBox="1"/>
            <p:nvPr/>
          </p:nvSpPr>
          <p:spPr>
            <a:xfrm>
              <a:off x="3131593" y="2531606"/>
              <a:ext cx="2331544" cy="584775"/>
            </a:xfrm>
            <a:prstGeom prst="rect">
              <a:avLst/>
            </a:prstGeom>
            <a:solidFill>
              <a:srgbClr val="8BD4FF"/>
            </a:solidFill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>
                  <a:solidFill>
                    <a:schemeClr val="accent6">
                      <a:lumMod val="75000"/>
                    </a:schemeClr>
                  </a:solidFill>
                </a:rPr>
                <a:t>BỘ BA </a:t>
              </a:r>
            </a:p>
            <a:p>
              <a:pPr algn="ctr"/>
              <a:r>
                <a:rPr lang="en-US" sz="1600" b="1" dirty="0">
                  <a:solidFill>
                    <a:schemeClr val="accent6">
                      <a:lumMod val="75000"/>
                    </a:schemeClr>
                  </a:solidFill>
                </a:rPr>
                <a:t>D</a:t>
              </a:r>
              <a:r>
                <a:rPr lang="vi-VN" sz="1600" b="1" dirty="0">
                  <a:solidFill>
                    <a:schemeClr val="accent6">
                      <a:lumMod val="75000"/>
                    </a:schemeClr>
                  </a:solidFill>
                </a:rPr>
                <a:t>Ư</a:t>
              </a:r>
              <a:r>
                <a:rPr lang="en-US" sz="1600" b="1" dirty="0">
                  <a:solidFill>
                    <a:schemeClr val="accent6">
                      <a:lumMod val="75000"/>
                    </a:schemeClr>
                  </a:solidFill>
                </a:rPr>
                <a:t>ỠNG CHẤT VÀNG</a:t>
              </a:r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F666BA91-62A8-427C-9EFB-8DCEE50AF475}"/>
                </a:ext>
              </a:extLst>
            </p:cNvPr>
            <p:cNvSpPr/>
            <p:nvPr/>
          </p:nvSpPr>
          <p:spPr>
            <a:xfrm>
              <a:off x="3313131" y="4802089"/>
              <a:ext cx="1961982" cy="976564"/>
            </a:xfrm>
            <a:prstGeom prst="rect">
              <a:avLst/>
            </a:prstGeom>
            <a:gradFill flip="none" rotWithShape="1">
              <a:gsLst>
                <a:gs pos="0">
                  <a:schemeClr val="accent1">
                    <a:shade val="30000"/>
                    <a:satMod val="115000"/>
                  </a:schemeClr>
                </a:gs>
                <a:gs pos="50000">
                  <a:schemeClr val="accent1">
                    <a:shade val="67500"/>
                    <a:satMod val="115000"/>
                  </a:schemeClr>
                </a:gs>
                <a:gs pos="100000">
                  <a:schemeClr val="accent1">
                    <a:shade val="100000"/>
                    <a:satMod val="115000"/>
                  </a:schemeClr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44" name="Picture 43">
              <a:extLst>
                <a:ext uri="{FF2B5EF4-FFF2-40B4-BE49-F238E27FC236}">
                  <a16:creationId xmlns:a16="http://schemas.microsoft.com/office/drawing/2014/main" id="{68CDA37E-0E90-4709-A3E9-4414C523C96B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661126" y="4474994"/>
              <a:ext cx="1132342" cy="1106623"/>
            </a:xfrm>
            <a:prstGeom prst="rect">
              <a:avLst/>
            </a:prstGeom>
          </p:spPr>
        </p:pic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518A5448-328C-4E25-96F3-97A3AF5D8362}"/>
              </a:ext>
            </a:extLst>
          </p:cNvPr>
          <p:cNvGrpSpPr/>
          <p:nvPr/>
        </p:nvGrpSpPr>
        <p:grpSpPr>
          <a:xfrm>
            <a:off x="6540302" y="1158392"/>
            <a:ext cx="2312568" cy="4352544"/>
            <a:chOff x="6540302" y="1158392"/>
            <a:chExt cx="2312568" cy="4352544"/>
          </a:xfrm>
        </p:grpSpPr>
        <p:grpSp>
          <p:nvGrpSpPr>
            <p:cNvPr id="47" name="Group 46">
              <a:extLst>
                <a:ext uri="{FF2B5EF4-FFF2-40B4-BE49-F238E27FC236}">
                  <a16:creationId xmlns:a16="http://schemas.microsoft.com/office/drawing/2014/main" id="{C8996DB3-665E-4D62-8AA4-168B09881CF4}"/>
                </a:ext>
              </a:extLst>
            </p:cNvPr>
            <p:cNvGrpSpPr/>
            <p:nvPr/>
          </p:nvGrpSpPr>
          <p:grpSpPr>
            <a:xfrm>
              <a:off x="6540302" y="1158392"/>
              <a:ext cx="2312568" cy="4352544"/>
              <a:chOff x="6540302" y="1158392"/>
              <a:chExt cx="2312568" cy="4352544"/>
            </a:xfrm>
          </p:grpSpPr>
          <p:grpSp>
            <p:nvGrpSpPr>
              <p:cNvPr id="53" name="Group 52">
                <a:extLst>
                  <a:ext uri="{FF2B5EF4-FFF2-40B4-BE49-F238E27FC236}">
                    <a16:creationId xmlns:a16="http://schemas.microsoft.com/office/drawing/2014/main" id="{88EA23F0-7C90-4192-93C7-DF73200545E4}"/>
                  </a:ext>
                </a:extLst>
              </p:cNvPr>
              <p:cNvGrpSpPr/>
              <p:nvPr/>
            </p:nvGrpSpPr>
            <p:grpSpPr>
              <a:xfrm>
                <a:off x="6540302" y="1158392"/>
                <a:ext cx="2312568" cy="4352544"/>
                <a:chOff x="6540302" y="1158392"/>
                <a:chExt cx="2312568" cy="4352544"/>
              </a:xfrm>
            </p:grpSpPr>
            <p:grpSp>
              <p:nvGrpSpPr>
                <p:cNvPr id="56" name="Group 55">
                  <a:extLst>
                    <a:ext uri="{FF2B5EF4-FFF2-40B4-BE49-F238E27FC236}">
                      <a16:creationId xmlns:a16="http://schemas.microsoft.com/office/drawing/2014/main" id="{F8AB473F-E259-4C87-A67D-204652A426D3}"/>
                    </a:ext>
                  </a:extLst>
                </p:cNvPr>
                <p:cNvGrpSpPr/>
                <p:nvPr/>
              </p:nvGrpSpPr>
              <p:grpSpPr>
                <a:xfrm>
                  <a:off x="6616826" y="1158392"/>
                  <a:ext cx="2089890" cy="4352544"/>
                  <a:chOff x="6616826" y="1158392"/>
                  <a:chExt cx="2089890" cy="4352544"/>
                </a:xfrm>
              </p:grpSpPr>
              <p:sp>
                <p:nvSpPr>
                  <p:cNvPr id="59" name="Rectangle 58">
                    <a:extLst>
                      <a:ext uri="{FF2B5EF4-FFF2-40B4-BE49-F238E27FC236}">
                        <a16:creationId xmlns:a16="http://schemas.microsoft.com/office/drawing/2014/main" id="{85E1E91F-D9FC-438B-9846-D2505450C92D}"/>
                      </a:ext>
                    </a:extLst>
                  </p:cNvPr>
                  <p:cNvSpPr/>
                  <p:nvPr/>
                </p:nvSpPr>
                <p:spPr>
                  <a:xfrm>
                    <a:off x="6616826" y="1158392"/>
                    <a:ext cx="2089890" cy="4352544"/>
                  </a:xfrm>
                  <a:prstGeom prst="rect">
                    <a:avLst/>
                  </a:prstGeom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60" name="Rectangle 59">
                    <a:extLst>
                      <a:ext uri="{FF2B5EF4-FFF2-40B4-BE49-F238E27FC236}">
                        <a16:creationId xmlns:a16="http://schemas.microsoft.com/office/drawing/2014/main" id="{F9D9A13E-30E8-44A5-80A5-9E2C6F8CD519}"/>
                      </a:ext>
                    </a:extLst>
                  </p:cNvPr>
                  <p:cNvSpPr/>
                  <p:nvPr/>
                </p:nvSpPr>
                <p:spPr>
                  <a:xfrm>
                    <a:off x="6738644" y="3148271"/>
                    <a:ext cx="1816100" cy="2226963"/>
                  </a:xfrm>
                  <a:prstGeom prst="rect">
                    <a:avLst/>
                  </a:prstGeom>
                </p:spPr>
                <p:style>
                  <a:lnRef idx="2">
                    <a:schemeClr val="accent2"/>
                  </a:lnRef>
                  <a:fillRef idx="1">
                    <a:schemeClr val="lt1"/>
                  </a:fillRef>
                  <a:effectRef idx="0">
                    <a:schemeClr val="accent2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1400" b="1"/>
                      <a:t>Bảng xếp hạng game</a:t>
                    </a:r>
                  </a:p>
                </p:txBody>
              </p:sp>
              <p:sp>
                <p:nvSpPr>
                  <p:cNvPr id="61" name="Rectangle 60">
                    <a:extLst>
                      <a:ext uri="{FF2B5EF4-FFF2-40B4-BE49-F238E27FC236}">
                        <a16:creationId xmlns:a16="http://schemas.microsoft.com/office/drawing/2014/main" id="{3BCC9169-9C76-4C41-817B-0735E13B5F38}"/>
                      </a:ext>
                    </a:extLst>
                  </p:cNvPr>
                  <p:cNvSpPr/>
                  <p:nvPr/>
                </p:nvSpPr>
                <p:spPr>
                  <a:xfrm>
                    <a:off x="7113294" y="2580267"/>
                    <a:ext cx="1066800" cy="279400"/>
                  </a:xfrm>
                  <a:prstGeom prst="rect">
                    <a:avLst/>
                  </a:prstGeom>
                </p:spPr>
                <p:style>
                  <a:lnRef idx="2">
                    <a:schemeClr val="accent2"/>
                  </a:lnRef>
                  <a:fillRef idx="1">
                    <a:schemeClr val="lt1"/>
                  </a:fillRef>
                  <a:effectRef idx="0">
                    <a:schemeClr val="accent2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1400" b="1"/>
                      <a:t>Play Game</a:t>
                    </a:r>
                  </a:p>
                </p:txBody>
              </p:sp>
              <p:pic>
                <p:nvPicPr>
                  <p:cNvPr id="62" name="Graphic 61">
                    <a:extLst>
                      <a:ext uri="{FF2B5EF4-FFF2-40B4-BE49-F238E27FC236}">
                        <a16:creationId xmlns:a16="http://schemas.microsoft.com/office/drawing/2014/main" id="{BA80F299-A312-4B3D-9ABB-B09076B13CF2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9">
                    <a:extLst>
                      <a:ext uri="{96DAC541-7B7A-43D3-8B79-37D633B846F1}">
                        <asvg:svgBlip xmlns:asvg="http://schemas.microsoft.com/office/drawing/2016/SVG/main" r:embed="rId1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6720688" y="1716447"/>
                    <a:ext cx="720558" cy="279400"/>
                  </a:xfrm>
                  <a:prstGeom prst="rect">
                    <a:avLst/>
                  </a:prstGeom>
                </p:spPr>
              </p:pic>
            </p:grpSp>
            <p:sp>
              <p:nvSpPr>
                <p:cNvPr id="57" name="TextBox 56">
                  <a:extLst>
                    <a:ext uri="{FF2B5EF4-FFF2-40B4-BE49-F238E27FC236}">
                      <a16:creationId xmlns:a16="http://schemas.microsoft.com/office/drawing/2014/main" id="{3AAD97D9-E604-483A-AEFA-4C9F721B7810}"/>
                    </a:ext>
                  </a:extLst>
                </p:cNvPr>
                <p:cNvSpPr txBox="1"/>
                <p:nvPr/>
              </p:nvSpPr>
              <p:spPr>
                <a:xfrm>
                  <a:off x="7670800" y="1749731"/>
                  <a:ext cx="1035916" cy="230832"/>
                </a:xfrm>
                <a:prstGeom prst="rect">
                  <a:avLst/>
                </a:prstGeom>
                <a:solidFill>
                  <a:schemeClr val="accent4">
                    <a:lumMod val="60000"/>
                    <a:lumOff val="40000"/>
                  </a:schemeClr>
                </a:solidFill>
                <a:ln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 algn="r"/>
                  <a:r>
                    <a:rPr lang="en-US" sz="900" b="1"/>
                    <a:t>BXH tháng 04</a:t>
                  </a:r>
                </a:p>
              </p:txBody>
            </p:sp>
            <p:sp>
              <p:nvSpPr>
                <p:cNvPr id="58" name="TextBox 57">
                  <a:extLst>
                    <a:ext uri="{FF2B5EF4-FFF2-40B4-BE49-F238E27FC236}">
                      <a16:creationId xmlns:a16="http://schemas.microsoft.com/office/drawing/2014/main" id="{35B928B0-12A7-4E6B-9270-F960AF6E7C93}"/>
                    </a:ext>
                  </a:extLst>
                </p:cNvPr>
                <p:cNvSpPr txBox="1"/>
                <p:nvPr/>
              </p:nvSpPr>
              <p:spPr>
                <a:xfrm>
                  <a:off x="6540302" y="1168225"/>
                  <a:ext cx="2312568" cy="49244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100" b="1">
                      <a:solidFill>
                        <a:schemeClr val="bg1"/>
                      </a:solidFill>
                    </a:rPr>
                    <a:t>GAME 2</a:t>
                  </a:r>
                </a:p>
                <a:p>
                  <a:r>
                    <a:rPr lang="en-US" sz="1400" b="1">
                      <a:solidFill>
                        <a:schemeClr val="bg1"/>
                      </a:solidFill>
                    </a:rPr>
                    <a:t>BỘ BA DƯỠNG CHẤT VÀNG</a:t>
                  </a:r>
                </a:p>
              </p:txBody>
            </p:sp>
          </p:grpSp>
          <p:pic>
            <p:nvPicPr>
              <p:cNvPr id="54" name="Graphic 53">
                <a:extLst>
                  <a:ext uri="{FF2B5EF4-FFF2-40B4-BE49-F238E27FC236}">
                    <a16:creationId xmlns:a16="http://schemas.microsoft.com/office/drawing/2014/main" id="{C3B5880F-60E0-45EB-AF75-56AD94AD918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/>
              </a:stretch>
            </p:blipFill>
            <p:spPr>
              <a:xfrm>
                <a:off x="6963835" y="2000400"/>
                <a:ext cx="1365717" cy="519943"/>
              </a:xfrm>
              <a:prstGeom prst="rect">
                <a:avLst/>
              </a:prstGeom>
            </p:spPr>
          </p:pic>
          <p:pic>
            <p:nvPicPr>
              <p:cNvPr id="55" name="Picture 54">
                <a:extLst>
                  <a:ext uri="{FF2B5EF4-FFF2-40B4-BE49-F238E27FC236}">
                    <a16:creationId xmlns:a16="http://schemas.microsoft.com/office/drawing/2014/main" id="{6C90074D-089F-47D3-95D1-51759DD0BFF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647426" y="2435730"/>
                <a:ext cx="743085" cy="743085"/>
              </a:xfrm>
              <a:prstGeom prst="rect">
                <a:avLst/>
              </a:prstGeom>
            </p:spPr>
          </p:pic>
        </p:grp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66608907-FF9E-47BA-AA8D-97570BD9C67F}"/>
                </a:ext>
              </a:extLst>
            </p:cNvPr>
            <p:cNvSpPr txBox="1"/>
            <p:nvPr/>
          </p:nvSpPr>
          <p:spPr>
            <a:xfrm>
              <a:off x="7696586" y="3144499"/>
              <a:ext cx="103591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u="sng"/>
                <a:t>Xem chi tiết</a:t>
              </a: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73DE661E-E884-4C81-8754-59DEF0C47BE7}"/>
                </a:ext>
              </a:extLst>
            </p:cNvPr>
            <p:cNvSpPr txBox="1"/>
            <p:nvPr/>
          </p:nvSpPr>
          <p:spPr>
            <a:xfrm>
              <a:off x="6665842" y="2836985"/>
              <a:ext cx="195723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u="sng">
                  <a:solidFill>
                    <a:schemeClr val="bg1"/>
                  </a:solidFill>
                </a:rPr>
                <a:t>Hướng dẫn chơi game</a:t>
              </a:r>
            </a:p>
          </p:txBody>
        </p:sp>
      </p:grpSp>
      <p:sp>
        <p:nvSpPr>
          <p:cNvPr id="63" name="TextBox 62">
            <a:extLst>
              <a:ext uri="{FF2B5EF4-FFF2-40B4-BE49-F238E27FC236}">
                <a16:creationId xmlns:a16="http://schemas.microsoft.com/office/drawing/2014/main" id="{50A1A66D-CB01-4F2F-8996-2F84CE6F7C9C}"/>
              </a:ext>
            </a:extLst>
          </p:cNvPr>
          <p:cNvSpPr txBox="1"/>
          <p:nvPr/>
        </p:nvSpPr>
        <p:spPr>
          <a:xfrm>
            <a:off x="10551091" y="6492378"/>
            <a:ext cx="154446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i="1"/>
              <a:t>*For demo only</a:t>
            </a:r>
          </a:p>
        </p:txBody>
      </p:sp>
    </p:spTree>
    <p:extLst>
      <p:ext uri="{BB962C8B-B14F-4D97-AF65-F5344CB8AC3E}">
        <p14:creationId xmlns:p14="http://schemas.microsoft.com/office/powerpoint/2010/main" val="25899664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roup 42">
            <a:extLst>
              <a:ext uri="{FF2B5EF4-FFF2-40B4-BE49-F238E27FC236}">
                <a16:creationId xmlns:a16="http://schemas.microsoft.com/office/drawing/2014/main" id="{38EC48FF-68D2-4772-9C58-18B1FC3E119B}"/>
              </a:ext>
            </a:extLst>
          </p:cNvPr>
          <p:cNvGrpSpPr/>
          <p:nvPr/>
        </p:nvGrpSpPr>
        <p:grpSpPr>
          <a:xfrm>
            <a:off x="1190706" y="1760363"/>
            <a:ext cx="2312568" cy="4352544"/>
            <a:chOff x="6616826" y="1158392"/>
            <a:chExt cx="2312568" cy="4352544"/>
          </a:xfrm>
        </p:grpSpPr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E6B18A1D-C809-4746-9AFE-6F53089973FF}"/>
                </a:ext>
              </a:extLst>
            </p:cNvPr>
            <p:cNvGrpSpPr/>
            <p:nvPr/>
          </p:nvGrpSpPr>
          <p:grpSpPr>
            <a:xfrm>
              <a:off x="6616826" y="1158392"/>
              <a:ext cx="2312568" cy="4352544"/>
              <a:chOff x="6616826" y="1158392"/>
              <a:chExt cx="2312568" cy="4352544"/>
            </a:xfrm>
          </p:grpSpPr>
          <p:grpSp>
            <p:nvGrpSpPr>
              <p:cNvPr id="53" name="Group 52">
                <a:extLst>
                  <a:ext uri="{FF2B5EF4-FFF2-40B4-BE49-F238E27FC236}">
                    <a16:creationId xmlns:a16="http://schemas.microsoft.com/office/drawing/2014/main" id="{F79229FA-0904-48A0-A2C1-84B2410948C6}"/>
                  </a:ext>
                </a:extLst>
              </p:cNvPr>
              <p:cNvGrpSpPr/>
              <p:nvPr/>
            </p:nvGrpSpPr>
            <p:grpSpPr>
              <a:xfrm>
                <a:off x="6616826" y="1158392"/>
                <a:ext cx="2312568" cy="4352544"/>
                <a:chOff x="6616826" y="1158392"/>
                <a:chExt cx="2312568" cy="4352544"/>
              </a:xfrm>
            </p:grpSpPr>
            <p:grpSp>
              <p:nvGrpSpPr>
                <p:cNvPr id="56" name="Group 55">
                  <a:extLst>
                    <a:ext uri="{FF2B5EF4-FFF2-40B4-BE49-F238E27FC236}">
                      <a16:creationId xmlns:a16="http://schemas.microsoft.com/office/drawing/2014/main" id="{300D8660-A831-4524-AE3C-E5018908A812}"/>
                    </a:ext>
                  </a:extLst>
                </p:cNvPr>
                <p:cNvGrpSpPr/>
                <p:nvPr/>
              </p:nvGrpSpPr>
              <p:grpSpPr>
                <a:xfrm>
                  <a:off x="6616826" y="1158392"/>
                  <a:ext cx="2089890" cy="4352544"/>
                  <a:chOff x="6616826" y="1158392"/>
                  <a:chExt cx="2089890" cy="4352544"/>
                </a:xfrm>
              </p:grpSpPr>
              <p:sp>
                <p:nvSpPr>
                  <p:cNvPr id="59" name="Rectangle 58">
                    <a:extLst>
                      <a:ext uri="{FF2B5EF4-FFF2-40B4-BE49-F238E27FC236}">
                        <a16:creationId xmlns:a16="http://schemas.microsoft.com/office/drawing/2014/main" id="{7F22E0A7-388F-4D03-8D14-FC7C3FF5C614}"/>
                      </a:ext>
                    </a:extLst>
                  </p:cNvPr>
                  <p:cNvSpPr/>
                  <p:nvPr/>
                </p:nvSpPr>
                <p:spPr>
                  <a:xfrm>
                    <a:off x="6616826" y="1158392"/>
                    <a:ext cx="2089890" cy="4352544"/>
                  </a:xfrm>
                  <a:prstGeom prst="rect">
                    <a:avLst/>
                  </a:prstGeom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60" name="Rectangle 59">
                    <a:extLst>
                      <a:ext uri="{FF2B5EF4-FFF2-40B4-BE49-F238E27FC236}">
                        <a16:creationId xmlns:a16="http://schemas.microsoft.com/office/drawing/2014/main" id="{DA08DA2A-EA41-45EB-982D-67875D3E6D1A}"/>
                      </a:ext>
                    </a:extLst>
                  </p:cNvPr>
                  <p:cNvSpPr/>
                  <p:nvPr/>
                </p:nvSpPr>
                <p:spPr>
                  <a:xfrm>
                    <a:off x="6738644" y="3148271"/>
                    <a:ext cx="1816100" cy="2226963"/>
                  </a:xfrm>
                  <a:prstGeom prst="rect">
                    <a:avLst/>
                  </a:prstGeom>
                </p:spPr>
                <p:style>
                  <a:lnRef idx="2">
                    <a:schemeClr val="accent2"/>
                  </a:lnRef>
                  <a:fillRef idx="1">
                    <a:schemeClr val="lt1"/>
                  </a:fillRef>
                  <a:effectRef idx="0">
                    <a:schemeClr val="accent2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1400" b="1"/>
                      <a:t>Bảng xếp hạng game</a:t>
                    </a:r>
                  </a:p>
                </p:txBody>
              </p:sp>
              <p:sp>
                <p:nvSpPr>
                  <p:cNvPr id="61" name="Rectangle 60">
                    <a:extLst>
                      <a:ext uri="{FF2B5EF4-FFF2-40B4-BE49-F238E27FC236}">
                        <a16:creationId xmlns:a16="http://schemas.microsoft.com/office/drawing/2014/main" id="{07836AB6-B570-46F3-9530-B72671B3F920}"/>
                      </a:ext>
                    </a:extLst>
                  </p:cNvPr>
                  <p:cNvSpPr/>
                  <p:nvPr/>
                </p:nvSpPr>
                <p:spPr>
                  <a:xfrm>
                    <a:off x="7113294" y="2580267"/>
                    <a:ext cx="1066800" cy="279400"/>
                  </a:xfrm>
                  <a:prstGeom prst="rect">
                    <a:avLst/>
                  </a:prstGeom>
                </p:spPr>
                <p:style>
                  <a:lnRef idx="2">
                    <a:schemeClr val="accent2"/>
                  </a:lnRef>
                  <a:fillRef idx="1">
                    <a:schemeClr val="lt1"/>
                  </a:fillRef>
                  <a:effectRef idx="0">
                    <a:schemeClr val="accent2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1400" b="1"/>
                      <a:t>Play Game</a:t>
                    </a:r>
                  </a:p>
                </p:txBody>
              </p:sp>
              <p:pic>
                <p:nvPicPr>
                  <p:cNvPr id="62" name="Graphic 61">
                    <a:extLst>
                      <a:ext uri="{FF2B5EF4-FFF2-40B4-BE49-F238E27FC236}">
                        <a16:creationId xmlns:a16="http://schemas.microsoft.com/office/drawing/2014/main" id="{CCC687D9-B1AE-4F92-BC66-FE85BE53A41D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">
                    <a:extLst>
                      <a:ext uri="{96DAC541-7B7A-43D3-8B79-37D633B846F1}">
                        <asvg:svgBlip xmlns:asvg="http://schemas.microsoft.com/office/drawing/2016/SVG/main" r:embed="rId4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6720688" y="1716447"/>
                    <a:ext cx="720558" cy="279400"/>
                  </a:xfrm>
                  <a:prstGeom prst="rect">
                    <a:avLst/>
                  </a:prstGeom>
                </p:spPr>
              </p:pic>
            </p:grpSp>
            <p:sp>
              <p:nvSpPr>
                <p:cNvPr id="57" name="TextBox 56">
                  <a:extLst>
                    <a:ext uri="{FF2B5EF4-FFF2-40B4-BE49-F238E27FC236}">
                      <a16:creationId xmlns:a16="http://schemas.microsoft.com/office/drawing/2014/main" id="{A9F836D7-205B-4860-90B8-2E17EDD0817C}"/>
                    </a:ext>
                  </a:extLst>
                </p:cNvPr>
                <p:cNvSpPr txBox="1"/>
                <p:nvPr/>
              </p:nvSpPr>
              <p:spPr>
                <a:xfrm>
                  <a:off x="7670800" y="1749731"/>
                  <a:ext cx="1035916" cy="230832"/>
                </a:xfrm>
                <a:prstGeom prst="rect">
                  <a:avLst/>
                </a:prstGeom>
                <a:solidFill>
                  <a:schemeClr val="accent4">
                    <a:lumMod val="60000"/>
                    <a:lumOff val="40000"/>
                  </a:schemeClr>
                </a:solidFill>
                <a:ln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 algn="r"/>
                  <a:r>
                    <a:rPr lang="en-US" sz="900" b="1"/>
                    <a:t>BXH tháng 04</a:t>
                  </a:r>
                </a:p>
              </p:txBody>
            </p:sp>
            <p:sp>
              <p:nvSpPr>
                <p:cNvPr id="58" name="TextBox 57">
                  <a:extLst>
                    <a:ext uri="{FF2B5EF4-FFF2-40B4-BE49-F238E27FC236}">
                      <a16:creationId xmlns:a16="http://schemas.microsoft.com/office/drawing/2014/main" id="{A6C435A9-C495-426F-BCB9-AFC6F414183E}"/>
                    </a:ext>
                  </a:extLst>
                </p:cNvPr>
                <p:cNvSpPr txBox="1"/>
                <p:nvPr/>
              </p:nvSpPr>
              <p:spPr>
                <a:xfrm>
                  <a:off x="6616826" y="1168225"/>
                  <a:ext cx="2312568" cy="49244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100" b="1">
                      <a:solidFill>
                        <a:schemeClr val="bg1"/>
                      </a:solidFill>
                    </a:rPr>
                    <a:t>GAME 1</a:t>
                  </a:r>
                </a:p>
                <a:p>
                  <a:r>
                    <a:rPr lang="en-US" sz="1400" b="1">
                      <a:solidFill>
                        <a:schemeClr val="bg1"/>
                      </a:solidFill>
                    </a:rPr>
                    <a:t>PHÂN LOẠI DƯỠNG CHẤT</a:t>
                  </a:r>
                </a:p>
              </p:txBody>
            </p:sp>
          </p:grpSp>
          <p:pic>
            <p:nvPicPr>
              <p:cNvPr id="54" name="Graphic 53">
                <a:extLst>
                  <a:ext uri="{FF2B5EF4-FFF2-40B4-BE49-F238E27FC236}">
                    <a16:creationId xmlns:a16="http://schemas.microsoft.com/office/drawing/2014/main" id="{1DD47760-A16C-4857-A904-8719B8543F4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6963835" y="2000400"/>
                <a:ext cx="1365717" cy="519943"/>
              </a:xfrm>
              <a:prstGeom prst="rect">
                <a:avLst/>
              </a:prstGeom>
            </p:spPr>
          </p:pic>
          <p:pic>
            <p:nvPicPr>
              <p:cNvPr id="55" name="Picture 54">
                <a:extLst>
                  <a:ext uri="{FF2B5EF4-FFF2-40B4-BE49-F238E27FC236}">
                    <a16:creationId xmlns:a16="http://schemas.microsoft.com/office/drawing/2014/main" id="{E44DDE37-494C-4F21-A796-D15249F8A93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647426" y="2435730"/>
                <a:ext cx="743085" cy="743085"/>
              </a:xfrm>
              <a:prstGeom prst="rect">
                <a:avLst/>
              </a:prstGeom>
            </p:spPr>
          </p:pic>
        </p:grp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DDD2A7A2-9F6E-47ED-BD20-27C5A55BF1AA}"/>
                </a:ext>
              </a:extLst>
            </p:cNvPr>
            <p:cNvSpPr txBox="1"/>
            <p:nvPr/>
          </p:nvSpPr>
          <p:spPr>
            <a:xfrm>
              <a:off x="7696586" y="3144499"/>
              <a:ext cx="103591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u="sng"/>
                <a:t>Xem chi tiết</a:t>
              </a: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4A4A07E8-C8F8-41F8-8E15-884E4E473561}"/>
                </a:ext>
              </a:extLst>
            </p:cNvPr>
            <p:cNvSpPr txBox="1"/>
            <p:nvPr/>
          </p:nvSpPr>
          <p:spPr>
            <a:xfrm>
              <a:off x="6665842" y="2836985"/>
              <a:ext cx="195723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u="sng">
                  <a:solidFill>
                    <a:schemeClr val="bg1"/>
                  </a:solidFill>
                </a:rPr>
                <a:t>Hướng dẫn chơi game</a:t>
              </a:r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FECBB617-93E3-2B44-9021-12EABBD0C2AD}"/>
              </a:ext>
            </a:extLst>
          </p:cNvPr>
          <p:cNvSpPr txBox="1"/>
          <p:nvPr/>
        </p:nvSpPr>
        <p:spPr>
          <a:xfrm>
            <a:off x="4604450" y="1768385"/>
            <a:ext cx="6732458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indent="-342900"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en-US" sz="1800" b="1">
                <a:effectLst/>
                <a:ea typeface="Calibri" panose="020F0502020204030204" pitchFamily="34" charset="0"/>
              </a:rPr>
              <a:t>Tên game</a:t>
            </a:r>
          </a:p>
          <a:p>
            <a:pPr marL="342900" marR="0" indent="-342900"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en-US" b="1">
                <a:ea typeface="Calibri" panose="020F0502020204030204" pitchFamily="34" charset="0"/>
              </a:rPr>
              <a:t>Username</a:t>
            </a:r>
          </a:p>
          <a:p>
            <a:pPr marL="342900" marR="0" indent="-342900"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en-US" sz="1800" b="1">
                <a:effectLst/>
                <a:ea typeface="Calibri" panose="020F0502020204030204" pitchFamily="34" charset="0"/>
              </a:rPr>
              <a:t>“Bảng xếp hạng tháng [tháng hiện tại]”</a:t>
            </a:r>
          </a:p>
          <a:p>
            <a:pPr marL="342900" marR="0" indent="-342900"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en-US" sz="1800">
                <a:effectLst/>
                <a:ea typeface="Calibri" panose="020F0502020204030204" pitchFamily="34" charset="0"/>
              </a:rPr>
              <a:t>Điểm thành tích cá nhân:</a:t>
            </a:r>
          </a:p>
          <a:p>
            <a:pPr marR="0">
              <a:spcBef>
                <a:spcPts val="0"/>
              </a:spcBef>
              <a:spcAft>
                <a:spcPts val="0"/>
              </a:spcAft>
            </a:pPr>
            <a:r>
              <a:rPr lang="en-US" b="1">
                <a:ea typeface="Calibri" panose="020F0502020204030204" pitchFamily="34" charset="0"/>
              </a:rPr>
              <a:t>4.1</a:t>
            </a:r>
            <a:r>
              <a:rPr lang="en-US">
                <a:ea typeface="Calibri" panose="020F0502020204030204" pitchFamily="34" charset="0"/>
              </a:rPr>
              <a:t>. </a:t>
            </a:r>
            <a:r>
              <a:rPr lang="en-US" b="1">
                <a:ea typeface="Calibri" panose="020F0502020204030204" pitchFamily="34" charset="0"/>
              </a:rPr>
              <a:t>Xếp hạng </a:t>
            </a:r>
            <a:r>
              <a:rPr lang="en-US" b="1">
                <a:ea typeface="Calibri" panose="020F0502020204030204" pitchFamily="34" charset="0"/>
                <a:sym typeface="Wingdings" panose="05000000000000000000" pitchFamily="2" charset="2"/>
              </a:rPr>
              <a:t>=</a:t>
            </a:r>
            <a:r>
              <a:rPr lang="en-US">
                <a:ea typeface="Calibri" panose="020F0502020204030204" pitchFamily="34" charset="0"/>
                <a:sym typeface="Wingdings" panose="05000000000000000000" pitchFamily="2" charset="2"/>
              </a:rPr>
              <a:t> Thứ hạng đạt được trong tháng </a:t>
            </a:r>
            <a:r>
              <a:rPr lang="en-US">
                <a:solidFill>
                  <a:srgbClr val="0070C0"/>
                </a:solidFill>
                <a:ea typeface="Calibri" panose="020F0502020204030204" pitchFamily="34" charset="0"/>
                <a:sym typeface="Wingdings" panose="05000000000000000000" pitchFamily="2" charset="2"/>
              </a:rPr>
              <a:t>(refresh theo tháng)</a:t>
            </a:r>
            <a:endParaRPr lang="en-US">
              <a:solidFill>
                <a:srgbClr val="0070C0"/>
              </a:solidFill>
              <a:ea typeface="Calibri" panose="020F0502020204030204" pitchFamily="34" charset="0"/>
            </a:endParaRPr>
          </a:p>
          <a:p>
            <a:pPr marR="0">
              <a:spcBef>
                <a:spcPts val="0"/>
              </a:spcBef>
              <a:spcAft>
                <a:spcPts val="0"/>
              </a:spcAft>
            </a:pPr>
            <a:r>
              <a:rPr lang="en-US" sz="1800" b="1">
                <a:effectLst/>
                <a:ea typeface="Calibri" panose="020F0502020204030204" pitchFamily="34" charset="0"/>
              </a:rPr>
              <a:t>4.2</a:t>
            </a:r>
            <a:r>
              <a:rPr lang="en-US" sz="1800">
                <a:effectLst/>
                <a:ea typeface="Calibri" panose="020F0502020204030204" pitchFamily="34" charset="0"/>
              </a:rPr>
              <a:t>. </a:t>
            </a:r>
            <a:r>
              <a:rPr lang="en-US" sz="1800" b="1">
                <a:effectLst/>
                <a:ea typeface="Calibri" panose="020F0502020204030204" pitchFamily="34" charset="0"/>
              </a:rPr>
              <a:t>Tổng điểm </a:t>
            </a:r>
            <a:r>
              <a:rPr lang="en-US" sz="1800">
                <a:effectLst/>
                <a:ea typeface="Calibri" panose="020F0502020204030204" pitchFamily="34" charset="0"/>
              </a:rPr>
              <a:t>=</a:t>
            </a:r>
            <a:r>
              <a:rPr lang="en-US" sz="1800">
                <a:effectLst/>
                <a:ea typeface="Calibri" panose="020F0502020204030204" pitchFamily="34" charset="0"/>
                <a:sym typeface="Wingdings" panose="05000000000000000000" pitchFamily="2" charset="2"/>
              </a:rPr>
              <a:t> Tổng số điểm chơi game trong tháng </a:t>
            </a:r>
            <a:r>
              <a:rPr lang="en-US" sz="1800">
                <a:solidFill>
                  <a:srgbClr val="FF0000"/>
                </a:solidFill>
                <a:effectLst/>
                <a:ea typeface="Calibri" panose="020F0502020204030204" pitchFamily="34" charset="0"/>
                <a:sym typeface="Wingdings" panose="05000000000000000000" pitchFamily="2" charset="2"/>
              </a:rPr>
              <a:t>(số điểm cộng dồn của TẤT CẢ CÁC LẦN CHƠI GAME)</a:t>
            </a:r>
            <a:endParaRPr lang="en-US" sz="1800">
              <a:solidFill>
                <a:srgbClr val="FF0000"/>
              </a:solidFill>
              <a:effectLst/>
              <a:ea typeface="Calibri" panose="020F0502020204030204" pitchFamily="34" charset="0"/>
            </a:endParaRPr>
          </a:p>
          <a:p>
            <a:pPr marR="0">
              <a:spcBef>
                <a:spcPts val="0"/>
              </a:spcBef>
              <a:spcAft>
                <a:spcPts val="0"/>
              </a:spcAft>
            </a:pPr>
            <a:r>
              <a:rPr lang="en-US" b="1">
                <a:ea typeface="Calibri" panose="020F0502020204030204" pitchFamily="34" charset="0"/>
              </a:rPr>
              <a:t>5. Nút “Play game” </a:t>
            </a:r>
            <a:r>
              <a:rPr lang="en-US">
                <a:ea typeface="Calibri" panose="020F0502020204030204" pitchFamily="34" charset="0"/>
                <a:sym typeface="Wingdings" panose="05000000000000000000" pitchFamily="2" charset="2"/>
              </a:rPr>
              <a:t> Click </a:t>
            </a:r>
            <a:r>
              <a:rPr lang="en-US">
                <a:sym typeface="Wingdings" panose="05000000000000000000" pitchFamily="2" charset="2"/>
              </a:rPr>
              <a:t>vào hiện pop-up thông báo cộng điểm </a:t>
            </a:r>
            <a:r>
              <a:rPr lang="en-US" b="1">
                <a:sym typeface="Wingdings" panose="05000000000000000000" pitchFamily="2" charset="2"/>
              </a:rPr>
              <a:t>(+20 điểm cho lần đầu tiên chơi game/ mỗi game) </a:t>
            </a:r>
            <a:r>
              <a:rPr lang="en-US">
                <a:sym typeface="Wingdings" panose="05000000000000000000" pitchFamily="2" charset="2"/>
              </a:rPr>
              <a:t> Đóng pop-up dẫn </a:t>
            </a:r>
            <a:r>
              <a:rPr lang="en-US">
                <a:ea typeface="Calibri" panose="020F0502020204030204" pitchFamily="34" charset="0"/>
                <a:sym typeface="Wingdings" panose="05000000000000000000" pitchFamily="2" charset="2"/>
              </a:rPr>
              <a:t>đến </a:t>
            </a:r>
            <a:r>
              <a:rPr lang="vi-VN">
                <a:latin typeface="Calibri (Body)"/>
                <a:sym typeface="Wingdings" panose="05000000000000000000" pitchFamily="2" charset="2"/>
              </a:rPr>
              <a:t>Màn hình chơi game</a:t>
            </a:r>
            <a:endParaRPr lang="en-US">
              <a:latin typeface="Calibri (Body)"/>
              <a:sym typeface="Wingdings" panose="05000000000000000000" pitchFamily="2" charset="2"/>
            </a:endParaRPr>
          </a:p>
          <a:p>
            <a:r>
              <a:rPr lang="en-US" b="1">
                <a:latin typeface="Calibri (Body)"/>
                <a:sym typeface="Wingdings" panose="05000000000000000000" pitchFamily="2" charset="2"/>
              </a:rPr>
              <a:t>6</a:t>
            </a:r>
            <a:r>
              <a:rPr lang="en-US">
                <a:latin typeface="Calibri (Body)"/>
                <a:sym typeface="Wingdings" panose="05000000000000000000" pitchFamily="2" charset="2"/>
              </a:rPr>
              <a:t>. </a:t>
            </a:r>
            <a:r>
              <a:rPr lang="en-US" b="1">
                <a:latin typeface="Calibri (Body)"/>
                <a:sym typeface="Wingdings" panose="05000000000000000000" pitchFamily="2" charset="2"/>
              </a:rPr>
              <a:t>Bảng xếp hạng game theo tháng </a:t>
            </a:r>
            <a:r>
              <a:rPr lang="en-US" b="1">
                <a:solidFill>
                  <a:srgbClr val="0070C0"/>
                </a:solidFill>
                <a:latin typeface="Calibri (Body)"/>
                <a:sym typeface="Wingdings" panose="05000000000000000000" pitchFamily="2" charset="2"/>
              </a:rPr>
              <a:t> Chỉ hiện danh sách top 10 game (</a:t>
            </a:r>
            <a:r>
              <a:rPr lang="en-US">
                <a:solidFill>
                  <a:srgbClr val="0070C0"/>
                </a:solidFill>
                <a:latin typeface="Calibri (Body)"/>
                <a:sym typeface="Wingdings" panose="05000000000000000000" pitchFamily="2" charset="2"/>
              </a:rPr>
              <a:t>Update dữ liệu </a:t>
            </a:r>
            <a:r>
              <a:rPr lang="en-US" b="1">
                <a:solidFill>
                  <a:srgbClr val="0070C0"/>
                </a:solidFill>
                <a:latin typeface="Calibri (Body)"/>
                <a:sym typeface="Wingdings" panose="05000000000000000000" pitchFamily="2" charset="2"/>
              </a:rPr>
              <a:t>mỗi 30 giây)</a:t>
            </a:r>
          </a:p>
          <a:p>
            <a:pPr marR="0">
              <a:spcBef>
                <a:spcPts val="0"/>
              </a:spcBef>
              <a:spcAft>
                <a:spcPts val="0"/>
              </a:spcAft>
            </a:pPr>
            <a:r>
              <a:rPr lang="en-US" b="1">
                <a:solidFill>
                  <a:srgbClr val="0070C0"/>
                </a:solidFill>
                <a:latin typeface="Calibri (Body)"/>
                <a:sym typeface="Wingdings" panose="05000000000000000000" pitchFamily="2" charset="2"/>
              </a:rPr>
              <a:t>7. Click vào “Xem chi tiết” </a:t>
            </a:r>
            <a:r>
              <a:rPr lang="en-US">
                <a:solidFill>
                  <a:srgbClr val="0070C0"/>
                </a:solidFill>
                <a:latin typeface="Calibri (Body)"/>
                <a:sym typeface="Wingdings" panose="05000000000000000000" pitchFamily="2" charset="2"/>
              </a:rPr>
              <a:t> Hiện danh sách xếp hạng của tất cả user (Phân trang dữ liệu, không update dữ liệu khi user đang ở màn hình này, back ra vào lại mới load lại dữ liệu)</a:t>
            </a:r>
          </a:p>
          <a:p>
            <a:pPr marR="0">
              <a:spcBef>
                <a:spcPts val="0"/>
              </a:spcBef>
              <a:spcAft>
                <a:spcPts val="0"/>
              </a:spcAft>
            </a:pPr>
            <a:r>
              <a:rPr lang="en-US" b="1">
                <a:solidFill>
                  <a:srgbClr val="0070C0"/>
                </a:solidFill>
                <a:latin typeface="Calibri (Body)"/>
                <a:sym typeface="Wingdings" panose="05000000000000000000" pitchFamily="2" charset="2"/>
              </a:rPr>
              <a:t>8. </a:t>
            </a:r>
            <a:r>
              <a:rPr lang="vi-VN" b="1">
                <a:solidFill>
                  <a:srgbClr val="0070C0"/>
                </a:solidFill>
                <a:latin typeface="Calibri (Body)"/>
                <a:sym typeface="Wingdings" panose="05000000000000000000" pitchFamily="2" charset="2"/>
              </a:rPr>
              <a:t>Hướ</a:t>
            </a:r>
            <a:r>
              <a:rPr lang="en-US" b="1">
                <a:solidFill>
                  <a:srgbClr val="0070C0"/>
                </a:solidFill>
                <a:latin typeface="Calibri (Body)"/>
                <a:sym typeface="Wingdings" panose="05000000000000000000" pitchFamily="2" charset="2"/>
              </a:rPr>
              <a:t>ng dẫn chơi game </a:t>
            </a:r>
            <a:r>
              <a:rPr lang="en-US">
                <a:solidFill>
                  <a:srgbClr val="0070C0"/>
                </a:solidFill>
                <a:latin typeface="Calibri (Body)"/>
                <a:sym typeface="Wingdings" panose="05000000000000000000" pitchFamily="2" charset="2"/>
              </a:rPr>
              <a:t> Click vào dẫn đến màn hình hướng dẫn chơi game (chưa thiết kế)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F9E6F421-2013-4086-8C3B-EC54840D6F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b="1"/>
              <a:t>Giao diện màn hình </a:t>
            </a:r>
            <a:r>
              <a:rPr lang="en-US" sz="4400" b="1"/>
              <a:t>bảng xếp hạng game (Demo game 1)</a:t>
            </a:r>
            <a:endParaRPr lang="en-US" b="1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B28826FD-2593-45B3-BF29-E66DEF3F600E}"/>
              </a:ext>
            </a:extLst>
          </p:cNvPr>
          <p:cNvGrpSpPr/>
          <p:nvPr/>
        </p:nvGrpSpPr>
        <p:grpSpPr>
          <a:xfrm>
            <a:off x="390668" y="1618057"/>
            <a:ext cx="965977" cy="376889"/>
            <a:chOff x="258119" y="1643562"/>
            <a:chExt cx="1087301" cy="831566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E34DC744-BC82-4074-8600-6EA243A59CB1}"/>
                </a:ext>
              </a:extLst>
            </p:cNvPr>
            <p:cNvSpPr txBox="1"/>
            <p:nvPr/>
          </p:nvSpPr>
          <p:spPr>
            <a:xfrm>
              <a:off x="258119" y="1643562"/>
              <a:ext cx="301686" cy="36933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</a:rPr>
                <a:t>1</a:t>
              </a:r>
            </a:p>
          </p:txBody>
        </p: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3C9E382D-F86C-4F5C-8A6A-568DAAFD7263}"/>
                </a:ext>
              </a:extLst>
            </p:cNvPr>
            <p:cNvCxnSpPr>
              <a:cxnSpLocks/>
            </p:cNvCxnSpPr>
            <p:nvPr/>
          </p:nvCxnSpPr>
          <p:spPr>
            <a:xfrm>
              <a:off x="602528" y="2116492"/>
              <a:ext cx="742892" cy="358636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1B405FF5-834D-4487-BC34-B861295D9725}"/>
              </a:ext>
            </a:extLst>
          </p:cNvPr>
          <p:cNvGrpSpPr/>
          <p:nvPr/>
        </p:nvGrpSpPr>
        <p:grpSpPr>
          <a:xfrm>
            <a:off x="3041182" y="1892339"/>
            <a:ext cx="869076" cy="511877"/>
            <a:chOff x="-346121" y="2207519"/>
            <a:chExt cx="869076" cy="511877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6B069164-1D1E-4F62-9CD2-4F63827FFF14}"/>
                </a:ext>
              </a:extLst>
            </p:cNvPr>
            <p:cNvSpPr txBox="1"/>
            <p:nvPr/>
          </p:nvSpPr>
          <p:spPr>
            <a:xfrm>
              <a:off x="221269" y="2207519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>
                  <a:solidFill>
                    <a:srgbClr val="FF0000"/>
                  </a:solidFill>
                </a:rPr>
                <a:t>3</a:t>
              </a:r>
              <a:endParaRPr lang="en-US" dirty="0">
                <a:solidFill>
                  <a:srgbClr val="FF0000"/>
                </a:solidFill>
              </a:endParaRPr>
            </a:p>
          </p:txBody>
        </p: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8C0C9570-FC26-461D-B718-FB702669056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-346121" y="2451950"/>
              <a:ext cx="555073" cy="267446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73840334-2D10-4CDA-B0E3-78AE1BAF727E}"/>
              </a:ext>
            </a:extLst>
          </p:cNvPr>
          <p:cNvGrpSpPr/>
          <p:nvPr/>
        </p:nvGrpSpPr>
        <p:grpSpPr>
          <a:xfrm rot="622389">
            <a:off x="301745" y="2956726"/>
            <a:ext cx="1124262" cy="791940"/>
            <a:chOff x="407076" y="2047655"/>
            <a:chExt cx="1457475" cy="791940"/>
          </a:xfrm>
        </p:grpSpPr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6ACA1781-C043-414F-B70C-99930FB512EC}"/>
                </a:ext>
              </a:extLst>
            </p:cNvPr>
            <p:cNvSpPr txBox="1"/>
            <p:nvPr/>
          </p:nvSpPr>
          <p:spPr>
            <a:xfrm rot="20977611">
              <a:off x="407076" y="2193264"/>
              <a:ext cx="617613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>
                  <a:solidFill>
                    <a:srgbClr val="FF0000"/>
                  </a:solidFill>
                </a:rPr>
                <a:t>4.1</a:t>
              </a:r>
            </a:p>
            <a:p>
              <a:endParaRPr lang="en-US" dirty="0">
                <a:solidFill>
                  <a:srgbClr val="FF0000"/>
                </a:solidFill>
              </a:endParaRPr>
            </a:p>
          </p:txBody>
        </p: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A3D9926F-B039-4F25-82C8-3837B036B9BF}"/>
                </a:ext>
              </a:extLst>
            </p:cNvPr>
            <p:cNvCxnSpPr>
              <a:cxnSpLocks/>
            </p:cNvCxnSpPr>
            <p:nvPr/>
          </p:nvCxnSpPr>
          <p:spPr>
            <a:xfrm rot="20977611" flipV="1">
              <a:off x="939926" y="2047655"/>
              <a:ext cx="924625" cy="162544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0DCCF18A-DFEF-473B-BC4B-72B9A2F7D7B3}"/>
              </a:ext>
            </a:extLst>
          </p:cNvPr>
          <p:cNvGrpSpPr/>
          <p:nvPr/>
        </p:nvGrpSpPr>
        <p:grpSpPr>
          <a:xfrm>
            <a:off x="289468" y="2434091"/>
            <a:ext cx="1067177" cy="384440"/>
            <a:chOff x="324415" y="2238880"/>
            <a:chExt cx="913053" cy="384440"/>
          </a:xfrm>
        </p:grpSpPr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96A51F28-24D1-4AB3-97C6-50B2258362B5}"/>
                </a:ext>
              </a:extLst>
            </p:cNvPr>
            <p:cNvSpPr txBox="1"/>
            <p:nvPr/>
          </p:nvSpPr>
          <p:spPr>
            <a:xfrm>
              <a:off x="324415" y="2253988"/>
              <a:ext cx="25811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>
                  <a:solidFill>
                    <a:srgbClr val="FF0000"/>
                  </a:solidFill>
                </a:rPr>
                <a:t>2</a:t>
              </a:r>
              <a:endParaRPr lang="en-US" dirty="0">
                <a:solidFill>
                  <a:srgbClr val="FF0000"/>
                </a:solidFill>
              </a:endParaRPr>
            </a:p>
          </p:txBody>
        </p:sp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15942B6A-D38F-460F-AA16-79AEA7EA1184}"/>
                </a:ext>
              </a:extLst>
            </p:cNvPr>
            <p:cNvCxnSpPr>
              <a:cxnSpLocks/>
              <a:stCxn id="33" idx="3"/>
            </p:cNvCxnSpPr>
            <p:nvPr/>
          </p:nvCxnSpPr>
          <p:spPr>
            <a:xfrm flipV="1">
              <a:off x="582531" y="2238880"/>
              <a:ext cx="654937" cy="199774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F0443801-B486-41EB-8CB6-DADA938A790D}"/>
              </a:ext>
            </a:extLst>
          </p:cNvPr>
          <p:cNvGrpSpPr/>
          <p:nvPr/>
        </p:nvGrpSpPr>
        <p:grpSpPr>
          <a:xfrm>
            <a:off x="2925450" y="3954916"/>
            <a:ext cx="1134768" cy="701892"/>
            <a:chOff x="-231600" y="1510589"/>
            <a:chExt cx="1134768" cy="701892"/>
          </a:xfrm>
        </p:grpSpPr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577D9C47-FDDC-4A2F-AD8E-39737F3124FF}"/>
                </a:ext>
              </a:extLst>
            </p:cNvPr>
            <p:cNvSpPr txBox="1"/>
            <p:nvPr/>
          </p:nvSpPr>
          <p:spPr>
            <a:xfrm>
              <a:off x="412715" y="1843149"/>
              <a:ext cx="49045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>
                  <a:solidFill>
                    <a:srgbClr val="FF0000"/>
                  </a:solidFill>
                </a:rPr>
                <a:t>7</a:t>
              </a:r>
              <a:endParaRPr lang="en-US" dirty="0">
                <a:solidFill>
                  <a:srgbClr val="FF0000"/>
                </a:solidFill>
              </a:endParaRPr>
            </a:p>
          </p:txBody>
        </p:sp>
        <p:cxnSp>
          <p:nvCxnSpPr>
            <p:cNvPr id="40" name="Straight Arrow Connector 39">
              <a:extLst>
                <a:ext uri="{FF2B5EF4-FFF2-40B4-BE49-F238E27FC236}">
                  <a16:creationId xmlns:a16="http://schemas.microsoft.com/office/drawing/2014/main" id="{0DD56AEF-0D16-446F-98DA-67DD3695CA5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-231600" y="1510589"/>
              <a:ext cx="644275" cy="392934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F04039AF-199A-4760-83E7-DA18B2FF66E0}"/>
              </a:ext>
            </a:extLst>
          </p:cNvPr>
          <p:cNvGrpSpPr/>
          <p:nvPr/>
        </p:nvGrpSpPr>
        <p:grpSpPr>
          <a:xfrm>
            <a:off x="2838828" y="5348084"/>
            <a:ext cx="1089647" cy="622278"/>
            <a:chOff x="-546660" y="1965612"/>
            <a:chExt cx="1089647" cy="622278"/>
          </a:xfrm>
        </p:grpSpPr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E79D0ED1-1017-4400-8C3D-39FB395FB941}"/>
                </a:ext>
              </a:extLst>
            </p:cNvPr>
            <p:cNvSpPr txBox="1"/>
            <p:nvPr/>
          </p:nvSpPr>
          <p:spPr>
            <a:xfrm>
              <a:off x="241301" y="221855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>
                  <a:solidFill>
                    <a:srgbClr val="FF0000"/>
                  </a:solidFill>
                </a:rPr>
                <a:t>6</a:t>
              </a:r>
              <a:endParaRPr lang="en-US" dirty="0">
                <a:solidFill>
                  <a:srgbClr val="FF0000"/>
                </a:solidFill>
              </a:endParaRPr>
            </a:p>
          </p:txBody>
        </p:sp>
        <p:cxnSp>
          <p:nvCxnSpPr>
            <p:cNvPr id="48" name="Straight Arrow Connector 47">
              <a:extLst>
                <a:ext uri="{FF2B5EF4-FFF2-40B4-BE49-F238E27FC236}">
                  <a16:creationId xmlns:a16="http://schemas.microsoft.com/office/drawing/2014/main" id="{48764A62-54ED-473B-908F-C3484C40171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-546660" y="1965612"/>
              <a:ext cx="797500" cy="377847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350A6E54-39E8-4F6B-B7D3-0EEC085CF341}"/>
              </a:ext>
            </a:extLst>
          </p:cNvPr>
          <p:cNvGrpSpPr/>
          <p:nvPr/>
        </p:nvGrpSpPr>
        <p:grpSpPr>
          <a:xfrm>
            <a:off x="2970100" y="2810810"/>
            <a:ext cx="1157822" cy="369332"/>
            <a:chOff x="-466455" y="2135197"/>
            <a:chExt cx="1157822" cy="369332"/>
          </a:xfrm>
        </p:grpSpPr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FA76D690-BDE1-4405-8565-E3BD567D41B6}"/>
                </a:ext>
              </a:extLst>
            </p:cNvPr>
            <p:cNvSpPr txBox="1"/>
            <p:nvPr/>
          </p:nvSpPr>
          <p:spPr>
            <a:xfrm>
              <a:off x="214955" y="2135197"/>
              <a:ext cx="47641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>
                  <a:solidFill>
                    <a:srgbClr val="FF0000"/>
                  </a:solidFill>
                </a:rPr>
                <a:t>4.2</a:t>
              </a:r>
              <a:endParaRPr lang="en-US" dirty="0">
                <a:solidFill>
                  <a:srgbClr val="FF0000"/>
                </a:solidFill>
              </a:endParaRPr>
            </a:p>
          </p:txBody>
        </p:sp>
        <p:cxnSp>
          <p:nvCxnSpPr>
            <p:cNvPr id="51" name="Straight Arrow Connector 50">
              <a:extLst>
                <a:ext uri="{FF2B5EF4-FFF2-40B4-BE49-F238E27FC236}">
                  <a16:creationId xmlns:a16="http://schemas.microsoft.com/office/drawing/2014/main" id="{3C7A528F-2A90-43B3-9AD5-79E39BD87F8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-466455" y="2300498"/>
              <a:ext cx="588059" cy="0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92E4BE20-41D1-480D-8F44-1B25EC904B36}"/>
              </a:ext>
            </a:extLst>
          </p:cNvPr>
          <p:cNvGrpSpPr/>
          <p:nvPr/>
        </p:nvGrpSpPr>
        <p:grpSpPr>
          <a:xfrm rot="622389">
            <a:off x="300239" y="3578492"/>
            <a:ext cx="1665486" cy="1603416"/>
            <a:chOff x="408928" y="1251909"/>
            <a:chExt cx="2159110" cy="1603416"/>
          </a:xfrm>
        </p:grpSpPr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42261665-2770-4FEE-BB7B-FC9255A12A8E}"/>
                </a:ext>
              </a:extLst>
            </p:cNvPr>
            <p:cNvSpPr txBox="1"/>
            <p:nvPr/>
          </p:nvSpPr>
          <p:spPr>
            <a:xfrm rot="20977611">
              <a:off x="408928" y="2208994"/>
              <a:ext cx="391101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>
                  <a:solidFill>
                    <a:srgbClr val="FF0000"/>
                  </a:solidFill>
                </a:rPr>
                <a:t>8</a:t>
              </a:r>
            </a:p>
            <a:p>
              <a:endParaRPr lang="en-US" dirty="0">
                <a:solidFill>
                  <a:srgbClr val="FF0000"/>
                </a:solidFill>
              </a:endParaRPr>
            </a:p>
          </p:txBody>
        </p:sp>
        <p:cxnSp>
          <p:nvCxnSpPr>
            <p:cNvPr id="68" name="Straight Arrow Connector 67">
              <a:extLst>
                <a:ext uri="{FF2B5EF4-FFF2-40B4-BE49-F238E27FC236}">
                  <a16:creationId xmlns:a16="http://schemas.microsoft.com/office/drawing/2014/main" id="{FE05BDEC-3DD9-4AA6-AB6A-7EAC56E7541C}"/>
                </a:ext>
              </a:extLst>
            </p:cNvPr>
            <p:cNvCxnSpPr>
              <a:cxnSpLocks/>
            </p:cNvCxnSpPr>
            <p:nvPr/>
          </p:nvCxnSpPr>
          <p:spPr>
            <a:xfrm rot="20977611" flipV="1">
              <a:off x="846287" y="1251909"/>
              <a:ext cx="1721751" cy="909033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8435516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FECBB617-93E3-2B44-9021-12EABBD0C2AD}"/>
              </a:ext>
            </a:extLst>
          </p:cNvPr>
          <p:cNvSpPr txBox="1"/>
          <p:nvPr/>
        </p:nvSpPr>
        <p:spPr>
          <a:xfrm>
            <a:off x="4621342" y="1690688"/>
            <a:ext cx="6551483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indent="-342900"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en-US" dirty="0" err="1"/>
              <a:t>Hiện</a:t>
            </a:r>
            <a:r>
              <a:rPr lang="en-US" dirty="0"/>
              <a:t> </a:t>
            </a:r>
            <a:r>
              <a:rPr lang="en-US" dirty="0" err="1"/>
              <a:t>danh</a:t>
            </a:r>
            <a:r>
              <a:rPr lang="en-US" dirty="0"/>
              <a:t> </a:t>
            </a:r>
            <a:r>
              <a:rPr lang="en-US" dirty="0" err="1"/>
              <a:t>sách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user </a:t>
            </a:r>
            <a:r>
              <a:rPr lang="en-US" dirty="0" err="1"/>
              <a:t>xếp</a:t>
            </a:r>
            <a:r>
              <a:rPr lang="en-US" dirty="0"/>
              <a:t> </a:t>
            </a:r>
            <a:r>
              <a:rPr lang="en-US" dirty="0" err="1"/>
              <a:t>hạng</a:t>
            </a:r>
            <a:r>
              <a:rPr lang="en-US" dirty="0"/>
              <a:t> </a:t>
            </a:r>
            <a:r>
              <a:rPr lang="en-US" dirty="0" err="1"/>
              <a:t>từ</a:t>
            </a:r>
            <a:r>
              <a:rPr lang="en-US" dirty="0"/>
              <a:t> </a:t>
            </a:r>
            <a:r>
              <a:rPr lang="en-US" b="1" dirty="0" err="1"/>
              <a:t>cao</a:t>
            </a:r>
            <a:r>
              <a:rPr lang="en-US" b="1" dirty="0"/>
              <a:t> </a:t>
            </a:r>
            <a:r>
              <a:rPr lang="en-US" b="1" err="1"/>
              <a:t>đến</a:t>
            </a:r>
            <a:r>
              <a:rPr lang="en-US" b="1"/>
              <a:t> thấp </a:t>
            </a:r>
            <a:r>
              <a:rPr lang="en-US"/>
              <a:t>theo ưu tiên sau:</a:t>
            </a:r>
            <a:br>
              <a:rPr lang="en-US" b="1" dirty="0"/>
            </a:br>
            <a:r>
              <a:rPr lang="en-US" dirty="0">
                <a:solidFill>
                  <a:srgbClr val="FF0000"/>
                </a:solidFill>
              </a:rPr>
              <a:t>+ </a:t>
            </a:r>
            <a:r>
              <a:rPr lang="en-US" dirty="0" err="1">
                <a:solidFill>
                  <a:srgbClr val="FF0000"/>
                </a:solidFill>
              </a:rPr>
              <a:t>Ưu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tiên</a:t>
            </a:r>
            <a:r>
              <a:rPr lang="en-US" dirty="0">
                <a:solidFill>
                  <a:srgbClr val="FF0000"/>
                </a:solidFill>
              </a:rPr>
              <a:t> 1: </a:t>
            </a:r>
            <a:r>
              <a:rPr lang="en-US" dirty="0" err="1">
                <a:solidFill>
                  <a:srgbClr val="FF0000"/>
                </a:solidFill>
              </a:rPr>
              <a:t>Điểm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tổng</a:t>
            </a:r>
            <a:br>
              <a:rPr lang="en-US" dirty="0">
                <a:solidFill>
                  <a:srgbClr val="FF0000"/>
                </a:solidFill>
              </a:rPr>
            </a:br>
            <a:r>
              <a:rPr lang="en-US" dirty="0">
                <a:solidFill>
                  <a:srgbClr val="FF0000"/>
                </a:solidFill>
              </a:rPr>
              <a:t>+ </a:t>
            </a:r>
            <a:r>
              <a:rPr lang="en-US" dirty="0" err="1">
                <a:solidFill>
                  <a:srgbClr val="FF0000"/>
                </a:solidFill>
              </a:rPr>
              <a:t>Ưu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tiên</a:t>
            </a:r>
            <a:r>
              <a:rPr lang="en-US" dirty="0">
                <a:solidFill>
                  <a:srgbClr val="FF0000"/>
                </a:solidFill>
              </a:rPr>
              <a:t> 2: </a:t>
            </a:r>
            <a:r>
              <a:rPr lang="en-US" dirty="0" err="1">
                <a:solidFill>
                  <a:srgbClr val="FF0000"/>
                </a:solidFill>
              </a:rPr>
              <a:t>Thời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gian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cuối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cùng</a:t>
            </a:r>
            <a:r>
              <a:rPr lang="en-US" dirty="0">
                <a:solidFill>
                  <a:srgbClr val="FF0000"/>
                </a:solidFill>
              </a:rPr>
              <a:t> user </a:t>
            </a:r>
            <a:r>
              <a:rPr lang="en-US" dirty="0" err="1">
                <a:solidFill>
                  <a:srgbClr val="FF0000"/>
                </a:solidFill>
              </a:rPr>
              <a:t>đạt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được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điểm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tổng</a:t>
            </a:r>
            <a:r>
              <a:rPr lang="en-US" dirty="0">
                <a:solidFill>
                  <a:srgbClr val="FF0000"/>
                </a:solidFill>
              </a:rPr>
              <a:t> (</a:t>
            </a:r>
            <a:r>
              <a:rPr lang="en-US" dirty="0" err="1">
                <a:solidFill>
                  <a:srgbClr val="FF0000"/>
                </a:solidFill>
              </a:rPr>
              <a:t>sau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tất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cả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các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lần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chơi</a:t>
            </a:r>
            <a:r>
              <a:rPr lang="en-US" dirty="0">
                <a:solidFill>
                  <a:srgbClr val="FF0000"/>
                </a:solidFill>
              </a:rPr>
              <a:t>)</a:t>
            </a:r>
          </a:p>
          <a:p>
            <a:pPr marL="342900" marR="0" indent="-342900"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en-US" dirty="0" err="1"/>
              <a:t>Thông</a:t>
            </a:r>
            <a:r>
              <a:rPr lang="en-US" dirty="0"/>
              <a:t> tin </a:t>
            </a:r>
            <a:r>
              <a:rPr lang="en-US" dirty="0" err="1"/>
              <a:t>hiển</a:t>
            </a:r>
            <a:r>
              <a:rPr lang="en-US" dirty="0"/>
              <a:t> </a:t>
            </a:r>
            <a:r>
              <a:rPr lang="en-US" dirty="0" err="1"/>
              <a:t>thị</a:t>
            </a:r>
            <a:r>
              <a:rPr lang="en-US" dirty="0"/>
              <a:t> bao </a:t>
            </a:r>
            <a:r>
              <a:rPr lang="en-US" dirty="0" err="1"/>
              <a:t>gồm</a:t>
            </a:r>
            <a:r>
              <a:rPr lang="en-US" dirty="0"/>
              <a:t>: </a:t>
            </a:r>
            <a:r>
              <a:rPr lang="en-US" b="1" dirty="0" err="1"/>
              <a:t>thứ</a:t>
            </a:r>
            <a:r>
              <a:rPr lang="en-US" b="1" dirty="0"/>
              <a:t> </a:t>
            </a:r>
            <a:r>
              <a:rPr lang="en-US" b="1" dirty="0" err="1"/>
              <a:t>hạng</a:t>
            </a:r>
            <a:r>
              <a:rPr lang="en-US" b="1"/>
              <a:t>, avatar, username</a:t>
            </a:r>
            <a:r>
              <a:rPr lang="en-US" b="1" dirty="0"/>
              <a:t>, </a:t>
            </a:r>
            <a:r>
              <a:rPr lang="en-US" b="1" dirty="0" err="1"/>
              <a:t>tổng</a:t>
            </a:r>
            <a:r>
              <a:rPr lang="en-US" b="1" dirty="0"/>
              <a:t> </a:t>
            </a:r>
            <a:r>
              <a:rPr lang="en-US" b="1" dirty="0" err="1"/>
              <a:t>điểm</a:t>
            </a:r>
            <a:r>
              <a:rPr lang="en-US" b="1" dirty="0"/>
              <a:t> </a:t>
            </a:r>
            <a:r>
              <a:rPr lang="en-US" b="1" dirty="0" err="1"/>
              <a:t>trong</a:t>
            </a:r>
            <a:r>
              <a:rPr lang="en-US" b="1" dirty="0"/>
              <a:t> </a:t>
            </a:r>
            <a:r>
              <a:rPr lang="en-US" b="1" dirty="0" err="1"/>
              <a:t>tháng</a:t>
            </a:r>
            <a:endParaRPr lang="en-US" b="1" dirty="0"/>
          </a:p>
          <a:p>
            <a:pPr marL="342900" marR="0" indent="-342900"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en-US" b="1" dirty="0" err="1"/>
              <a:t>Phân</a:t>
            </a:r>
            <a:r>
              <a:rPr lang="en-US" b="1" dirty="0"/>
              <a:t> </a:t>
            </a:r>
            <a:r>
              <a:rPr lang="en-US" b="1" dirty="0" err="1"/>
              <a:t>biệt</a:t>
            </a:r>
            <a:r>
              <a:rPr lang="en-US" b="1" dirty="0"/>
              <a:t> </a:t>
            </a:r>
            <a:r>
              <a:rPr lang="en-US" b="1" dirty="0" err="1"/>
              <a:t>màu</a:t>
            </a:r>
            <a:r>
              <a:rPr lang="en-US" b="1" dirty="0"/>
              <a:t> </a:t>
            </a:r>
            <a:r>
              <a:rPr lang="en-US" b="1" dirty="0" err="1"/>
              <a:t>sắc</a:t>
            </a:r>
            <a:r>
              <a:rPr lang="en-US" b="1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hạng</a:t>
            </a:r>
            <a:r>
              <a:rPr lang="en-US" dirty="0"/>
              <a:t> 1, 2, 3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hạng</a:t>
            </a:r>
            <a:r>
              <a:rPr lang="en-US" dirty="0"/>
              <a:t> </a:t>
            </a:r>
            <a:r>
              <a:rPr lang="en-US" dirty="0" err="1"/>
              <a:t>còn</a:t>
            </a:r>
            <a:r>
              <a:rPr lang="en-US" dirty="0"/>
              <a:t> </a:t>
            </a:r>
            <a:r>
              <a:rPr lang="en-US" dirty="0" err="1"/>
              <a:t>lại</a:t>
            </a:r>
            <a:r>
              <a:rPr lang="en-US" dirty="0"/>
              <a:t> (</a:t>
            </a:r>
            <a:r>
              <a:rPr lang="en-US" dirty="0" err="1"/>
              <a:t>tương</a:t>
            </a:r>
            <a:r>
              <a:rPr lang="en-US" dirty="0"/>
              <a:t> </a:t>
            </a:r>
            <a:r>
              <a:rPr lang="en-US" dirty="0" err="1"/>
              <a:t>tự</a:t>
            </a:r>
            <a:r>
              <a:rPr lang="en-US" dirty="0"/>
              <a:t> achievement board </a:t>
            </a:r>
            <a:r>
              <a:rPr lang="en-US" dirty="0" err="1"/>
              <a:t>của</a:t>
            </a:r>
            <a:r>
              <a:rPr lang="en-US" dirty="0"/>
              <a:t> app)</a:t>
            </a:r>
          </a:p>
          <a:p>
            <a:pPr marL="342900" marR="0" indent="-342900"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en-US" dirty="0" err="1"/>
              <a:t>Hiện</a:t>
            </a:r>
            <a:r>
              <a:rPr lang="en-US" dirty="0"/>
              <a:t> </a:t>
            </a:r>
            <a:r>
              <a:rPr lang="en-US" dirty="0" err="1"/>
              <a:t>danh</a:t>
            </a:r>
            <a:r>
              <a:rPr lang="en-US" dirty="0"/>
              <a:t> </a:t>
            </a:r>
            <a:r>
              <a:rPr lang="en-US" err="1"/>
              <a:t>sách</a:t>
            </a:r>
            <a:r>
              <a:rPr lang="en-US"/>
              <a:t> top 10 game.</a:t>
            </a:r>
            <a:br>
              <a:rPr lang="en-US"/>
            </a:br>
            <a:r>
              <a:rPr lang="en-US">
                <a:solidFill>
                  <a:srgbClr val="0070C0"/>
                </a:solidFill>
              </a:rPr>
              <a:t>Có thể xem chi tiết danh sách xếp hạng của tất cả user chơi game khi click vào “Xem chi tiết”</a:t>
            </a:r>
            <a:endParaRPr lang="en-US" dirty="0">
              <a:solidFill>
                <a:srgbClr val="0070C0"/>
              </a:solidFill>
            </a:endParaRPr>
          </a:p>
          <a:p>
            <a:pPr marL="342900" marR="0" indent="-342900"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en-US" dirty="0">
                <a:solidFill>
                  <a:srgbClr val="FF0000"/>
                </a:solidFill>
              </a:rPr>
              <a:t>Refresh </a:t>
            </a:r>
            <a:r>
              <a:rPr lang="en-US" dirty="0" err="1">
                <a:solidFill>
                  <a:srgbClr val="FF0000"/>
                </a:solidFill>
              </a:rPr>
              <a:t>dữ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liệu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err="1">
                <a:solidFill>
                  <a:srgbClr val="FF0000"/>
                </a:solidFill>
              </a:rPr>
              <a:t>theo</a:t>
            </a:r>
            <a:r>
              <a:rPr lang="en-US">
                <a:solidFill>
                  <a:srgbClr val="FF0000"/>
                </a:solidFill>
              </a:rPr>
              <a:t> tháng </a:t>
            </a:r>
            <a:r>
              <a:rPr lang="en-US">
                <a:solidFill>
                  <a:srgbClr val="0070C0"/>
                </a:solidFill>
                <a:sym typeface="Wingdings" panose="05000000000000000000" pitchFamily="2" charset="2"/>
              </a:rPr>
              <a:t> T</a:t>
            </a:r>
            <a:r>
              <a:rPr lang="en-US">
                <a:solidFill>
                  <a:srgbClr val="0070C0"/>
                </a:solidFill>
              </a:rPr>
              <a:t>hời gian cut off: 23h59m59s ngày cuối cùng của tháng</a:t>
            </a:r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F9E6F421-2013-4086-8C3B-EC54840D6F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b="1"/>
              <a:t>Chi tiết </a:t>
            </a:r>
            <a:r>
              <a:rPr lang="en-US" sz="4400" b="1"/>
              <a:t>bảng xếp hạng game (Demo game 1)</a:t>
            </a:r>
            <a:endParaRPr lang="en-US" b="1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E9D856D5-B76B-4078-AC4B-28B5C777613B}"/>
              </a:ext>
            </a:extLst>
          </p:cNvPr>
          <p:cNvGrpSpPr/>
          <p:nvPr/>
        </p:nvGrpSpPr>
        <p:grpSpPr>
          <a:xfrm>
            <a:off x="1573487" y="1716447"/>
            <a:ext cx="2312568" cy="4352544"/>
            <a:chOff x="6616826" y="1158392"/>
            <a:chExt cx="2312568" cy="4352544"/>
          </a:xfrm>
        </p:grpSpPr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CB01FD42-DAC6-44D1-B2DD-78CDB28AFE43}"/>
                </a:ext>
              </a:extLst>
            </p:cNvPr>
            <p:cNvGrpSpPr/>
            <p:nvPr/>
          </p:nvGrpSpPr>
          <p:grpSpPr>
            <a:xfrm>
              <a:off x="6616826" y="1158392"/>
              <a:ext cx="2312568" cy="4352544"/>
              <a:chOff x="6616826" y="1158392"/>
              <a:chExt cx="2312568" cy="4352544"/>
            </a:xfrm>
          </p:grpSpPr>
          <p:grpSp>
            <p:nvGrpSpPr>
              <p:cNvPr id="20" name="Group 19">
                <a:extLst>
                  <a:ext uri="{FF2B5EF4-FFF2-40B4-BE49-F238E27FC236}">
                    <a16:creationId xmlns:a16="http://schemas.microsoft.com/office/drawing/2014/main" id="{53504151-EA3D-46C7-BD16-D0131D2218D7}"/>
                  </a:ext>
                </a:extLst>
              </p:cNvPr>
              <p:cNvGrpSpPr/>
              <p:nvPr/>
            </p:nvGrpSpPr>
            <p:grpSpPr>
              <a:xfrm>
                <a:off x="6616826" y="1158392"/>
                <a:ext cx="2312568" cy="4352544"/>
                <a:chOff x="6616826" y="1158392"/>
                <a:chExt cx="2312568" cy="4352544"/>
              </a:xfrm>
            </p:grpSpPr>
            <p:grpSp>
              <p:nvGrpSpPr>
                <p:cNvPr id="23" name="Group 22">
                  <a:extLst>
                    <a:ext uri="{FF2B5EF4-FFF2-40B4-BE49-F238E27FC236}">
                      <a16:creationId xmlns:a16="http://schemas.microsoft.com/office/drawing/2014/main" id="{B9BA2F1E-B3CB-4406-A21C-BE423CB87624}"/>
                    </a:ext>
                  </a:extLst>
                </p:cNvPr>
                <p:cNvGrpSpPr/>
                <p:nvPr/>
              </p:nvGrpSpPr>
              <p:grpSpPr>
                <a:xfrm>
                  <a:off x="6616826" y="1158392"/>
                  <a:ext cx="2089890" cy="4352544"/>
                  <a:chOff x="6616826" y="1158392"/>
                  <a:chExt cx="2089890" cy="4352544"/>
                </a:xfrm>
              </p:grpSpPr>
              <p:sp>
                <p:nvSpPr>
                  <p:cNvPr id="30" name="Rectangle 29">
                    <a:extLst>
                      <a:ext uri="{FF2B5EF4-FFF2-40B4-BE49-F238E27FC236}">
                        <a16:creationId xmlns:a16="http://schemas.microsoft.com/office/drawing/2014/main" id="{6DB6817E-BE8A-44FD-9E18-2F085E231E9B}"/>
                      </a:ext>
                    </a:extLst>
                  </p:cNvPr>
                  <p:cNvSpPr/>
                  <p:nvPr/>
                </p:nvSpPr>
                <p:spPr>
                  <a:xfrm>
                    <a:off x="6616826" y="1158392"/>
                    <a:ext cx="2089890" cy="4352544"/>
                  </a:xfrm>
                  <a:prstGeom prst="rect">
                    <a:avLst/>
                  </a:prstGeom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31" name="Rectangle 30">
                    <a:extLst>
                      <a:ext uri="{FF2B5EF4-FFF2-40B4-BE49-F238E27FC236}">
                        <a16:creationId xmlns:a16="http://schemas.microsoft.com/office/drawing/2014/main" id="{29EC0D5C-DF14-4ADE-9B62-48E3031A0CAD}"/>
                      </a:ext>
                    </a:extLst>
                  </p:cNvPr>
                  <p:cNvSpPr/>
                  <p:nvPr/>
                </p:nvSpPr>
                <p:spPr>
                  <a:xfrm>
                    <a:off x="6738644" y="3148271"/>
                    <a:ext cx="1816100" cy="2226963"/>
                  </a:xfrm>
                  <a:prstGeom prst="rect">
                    <a:avLst/>
                  </a:prstGeom>
                </p:spPr>
                <p:style>
                  <a:lnRef idx="2">
                    <a:schemeClr val="accent2"/>
                  </a:lnRef>
                  <a:fillRef idx="1">
                    <a:schemeClr val="lt1"/>
                  </a:fillRef>
                  <a:effectRef idx="0">
                    <a:schemeClr val="accent2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1400" b="1"/>
                      <a:t>Bảng xếp hạng game</a:t>
                    </a:r>
                  </a:p>
                </p:txBody>
              </p:sp>
              <p:sp>
                <p:nvSpPr>
                  <p:cNvPr id="32" name="Rectangle 31">
                    <a:extLst>
                      <a:ext uri="{FF2B5EF4-FFF2-40B4-BE49-F238E27FC236}">
                        <a16:creationId xmlns:a16="http://schemas.microsoft.com/office/drawing/2014/main" id="{80DDE80E-D30D-4094-ACFC-90113B24C0A3}"/>
                      </a:ext>
                    </a:extLst>
                  </p:cNvPr>
                  <p:cNvSpPr/>
                  <p:nvPr/>
                </p:nvSpPr>
                <p:spPr>
                  <a:xfrm>
                    <a:off x="7113294" y="2580267"/>
                    <a:ext cx="1066800" cy="279400"/>
                  </a:xfrm>
                  <a:prstGeom prst="rect">
                    <a:avLst/>
                  </a:prstGeom>
                </p:spPr>
                <p:style>
                  <a:lnRef idx="2">
                    <a:schemeClr val="accent2"/>
                  </a:lnRef>
                  <a:fillRef idx="1">
                    <a:schemeClr val="lt1"/>
                  </a:fillRef>
                  <a:effectRef idx="0">
                    <a:schemeClr val="accent2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1400" b="1"/>
                      <a:t>Play Game</a:t>
                    </a:r>
                  </a:p>
                </p:txBody>
              </p:sp>
              <p:pic>
                <p:nvPicPr>
                  <p:cNvPr id="33" name="Graphic 32">
                    <a:extLst>
                      <a:ext uri="{FF2B5EF4-FFF2-40B4-BE49-F238E27FC236}">
                        <a16:creationId xmlns:a16="http://schemas.microsoft.com/office/drawing/2014/main" id="{9D575990-5360-41D2-A330-12FD085B83B7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">
                    <a:extLst>
                      <a:ext uri="{96DAC541-7B7A-43D3-8B79-37D633B846F1}">
                        <asvg:svgBlip xmlns:asvg="http://schemas.microsoft.com/office/drawing/2016/SVG/main" r:embed="rId4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6720688" y="1716447"/>
                    <a:ext cx="720558" cy="279400"/>
                  </a:xfrm>
                  <a:prstGeom prst="rect">
                    <a:avLst/>
                  </a:prstGeom>
                </p:spPr>
              </p:pic>
            </p:grpSp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5FCEE73B-8EA9-4EF3-97CA-9DC770F61F3A}"/>
                    </a:ext>
                  </a:extLst>
                </p:cNvPr>
                <p:cNvSpPr txBox="1"/>
                <p:nvPr/>
              </p:nvSpPr>
              <p:spPr>
                <a:xfrm>
                  <a:off x="7670800" y="1749731"/>
                  <a:ext cx="1035916" cy="230832"/>
                </a:xfrm>
                <a:prstGeom prst="rect">
                  <a:avLst/>
                </a:prstGeom>
                <a:solidFill>
                  <a:schemeClr val="accent4">
                    <a:lumMod val="60000"/>
                    <a:lumOff val="40000"/>
                  </a:schemeClr>
                </a:solidFill>
                <a:ln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 algn="r"/>
                  <a:r>
                    <a:rPr lang="en-US" sz="900" b="1"/>
                    <a:t>BXH tháng 04</a:t>
                  </a:r>
                </a:p>
              </p:txBody>
            </p:sp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D09278C5-7716-4C8A-808F-BBAAB5CB053E}"/>
                    </a:ext>
                  </a:extLst>
                </p:cNvPr>
                <p:cNvSpPr txBox="1"/>
                <p:nvPr/>
              </p:nvSpPr>
              <p:spPr>
                <a:xfrm>
                  <a:off x="6616826" y="1168225"/>
                  <a:ext cx="2312568" cy="49244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100" b="1">
                      <a:solidFill>
                        <a:schemeClr val="bg1"/>
                      </a:solidFill>
                    </a:rPr>
                    <a:t>GAME 1</a:t>
                  </a:r>
                </a:p>
                <a:p>
                  <a:r>
                    <a:rPr lang="en-US" sz="1400" b="1">
                      <a:solidFill>
                        <a:schemeClr val="bg1"/>
                      </a:solidFill>
                    </a:rPr>
                    <a:t>PHÂN LOẠI DƯỠNG CHẤT</a:t>
                  </a:r>
                </a:p>
              </p:txBody>
            </p:sp>
          </p:grpSp>
          <p:pic>
            <p:nvPicPr>
              <p:cNvPr id="21" name="Graphic 20">
                <a:extLst>
                  <a:ext uri="{FF2B5EF4-FFF2-40B4-BE49-F238E27FC236}">
                    <a16:creationId xmlns:a16="http://schemas.microsoft.com/office/drawing/2014/main" id="{E8D08BC4-066E-467C-9755-CE81AD86609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6963835" y="2000400"/>
                <a:ext cx="1365717" cy="519943"/>
              </a:xfrm>
              <a:prstGeom prst="rect">
                <a:avLst/>
              </a:prstGeom>
            </p:spPr>
          </p:pic>
        </p:grp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80D6C5F1-DE21-420C-B8FA-0ADC55C5CAA2}"/>
                </a:ext>
              </a:extLst>
            </p:cNvPr>
            <p:cNvSpPr txBox="1"/>
            <p:nvPr/>
          </p:nvSpPr>
          <p:spPr>
            <a:xfrm>
              <a:off x="7696586" y="3144499"/>
              <a:ext cx="103591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u="sng"/>
                <a:t>Xem chi tiết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48C97DA1-383C-417C-9878-9C087E73DB37}"/>
                </a:ext>
              </a:extLst>
            </p:cNvPr>
            <p:cNvSpPr txBox="1"/>
            <p:nvPr/>
          </p:nvSpPr>
          <p:spPr>
            <a:xfrm>
              <a:off x="6665842" y="2836985"/>
              <a:ext cx="195723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u="sng">
                  <a:solidFill>
                    <a:schemeClr val="bg1"/>
                  </a:solidFill>
                </a:rPr>
                <a:t>Hướng dẫn chơi game</a:t>
              </a:r>
            </a:p>
          </p:txBody>
        </p:sp>
      </p:grpSp>
      <p:sp>
        <p:nvSpPr>
          <p:cNvPr id="3" name="Arrow: Right 2">
            <a:extLst>
              <a:ext uri="{FF2B5EF4-FFF2-40B4-BE49-F238E27FC236}">
                <a16:creationId xmlns:a16="http://schemas.microsoft.com/office/drawing/2014/main" id="{A2FF3453-F896-4576-B04E-F59125A819CA}"/>
              </a:ext>
            </a:extLst>
          </p:cNvPr>
          <p:cNvSpPr/>
          <p:nvPr/>
        </p:nvSpPr>
        <p:spPr>
          <a:xfrm>
            <a:off x="922256" y="4346369"/>
            <a:ext cx="857105" cy="760639"/>
          </a:xfrm>
          <a:prstGeom prst="rightArrow">
            <a:avLst/>
          </a:prstGeom>
          <a:blipFill>
            <a:blip r:embed="rId7"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84357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FD86EC-0579-4506-836A-D66038B357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solidFill>
                  <a:srgbClr val="0070C0"/>
                </a:solidFill>
              </a:rPr>
              <a:t>Màn hình hướng dẫn chơi game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1F4D13-7CBA-4F96-8E94-275F5DE85E0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10633364" cy="4351338"/>
          </a:xfrm>
        </p:spPr>
        <p:txBody>
          <a:bodyPr>
            <a:normAutofit/>
          </a:bodyPr>
          <a:lstStyle/>
          <a:p>
            <a:r>
              <a:rPr lang="en-US" sz="2400">
                <a:solidFill>
                  <a:srgbClr val="0070C0"/>
                </a:solidFill>
              </a:rPr>
              <a:t>Đang cập nhật</a:t>
            </a:r>
          </a:p>
        </p:txBody>
      </p:sp>
    </p:spTree>
    <p:extLst>
      <p:ext uri="{BB962C8B-B14F-4D97-AF65-F5344CB8AC3E}">
        <p14:creationId xmlns:p14="http://schemas.microsoft.com/office/powerpoint/2010/main" val="9970544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F9E6F421-2013-4086-8C3B-EC54840D6F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b="1"/>
              <a:t>*Scheme điểm Top 10 của tháng:</a:t>
            </a:r>
            <a:br>
              <a:rPr lang="en-US" b="1"/>
            </a:br>
            <a:r>
              <a:rPr lang="en-US" sz="1800"/>
              <a:t>Đối với các users đạt top 10 /tháng trong bảng xếp hạng game sẽ được cộng thêm điểm vào Điểm tích lũy ở Achievement Board của Hub.</a:t>
            </a:r>
            <a:endParaRPr lang="en-US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E3968565-6788-4C1D-9C9E-C08126ADD267}"/>
              </a:ext>
            </a:extLst>
          </p:cNvPr>
          <p:cNvGrpSpPr/>
          <p:nvPr/>
        </p:nvGrpSpPr>
        <p:grpSpPr>
          <a:xfrm>
            <a:off x="838200" y="1951672"/>
            <a:ext cx="7831322" cy="3416320"/>
            <a:chOff x="838200" y="1951672"/>
            <a:chExt cx="7831322" cy="3416320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FECBB617-93E3-2B44-9021-12EABBD0C2AD}"/>
                </a:ext>
              </a:extLst>
            </p:cNvPr>
            <p:cNvSpPr txBox="1"/>
            <p:nvPr/>
          </p:nvSpPr>
          <p:spPr>
            <a:xfrm>
              <a:off x="5262377" y="1951672"/>
              <a:ext cx="3407145" cy="20313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R="0">
                <a:spcBef>
                  <a:spcPts val="0"/>
                </a:spcBef>
                <a:spcAft>
                  <a:spcPts val="0"/>
                </a:spcAft>
              </a:pPr>
              <a:r>
                <a:rPr lang="en-US" b="1"/>
                <a:t>Scheme điểm:</a:t>
              </a:r>
            </a:p>
            <a:p>
              <a:pPr marL="342900" marR="0" indent="-342900">
                <a:spcBef>
                  <a:spcPts val="0"/>
                </a:spcBef>
                <a:spcAft>
                  <a:spcPts val="0"/>
                </a:spcAft>
                <a:buAutoNum type="arabicPeriod"/>
              </a:pPr>
              <a:r>
                <a:rPr lang="en-US"/>
                <a:t>User xếp hạng 1: </a:t>
              </a:r>
              <a:r>
                <a:rPr lang="en-US" b="1"/>
                <a:t>+20 điểm</a:t>
              </a:r>
            </a:p>
            <a:p>
              <a:pPr marL="342900" indent="-342900">
                <a:buFontTx/>
                <a:buAutoNum type="arabicPeriod"/>
              </a:pPr>
              <a:r>
                <a:rPr lang="en-US"/>
                <a:t>User xếp hạng 2: </a:t>
              </a:r>
              <a:r>
                <a:rPr lang="en-US" b="1"/>
                <a:t>+15 điểm</a:t>
              </a:r>
            </a:p>
            <a:p>
              <a:pPr marL="342900" indent="-342900">
                <a:buFontTx/>
                <a:buAutoNum type="arabicPeriod"/>
              </a:pPr>
              <a:r>
                <a:rPr lang="en-US"/>
                <a:t>User xếp hạng 3: </a:t>
              </a:r>
              <a:r>
                <a:rPr lang="en-US" b="1"/>
                <a:t>+10 điểm</a:t>
              </a:r>
            </a:p>
            <a:p>
              <a:pPr marL="342900" indent="-342900">
                <a:buFontTx/>
                <a:buAutoNum type="arabicPeriod"/>
              </a:pPr>
              <a:r>
                <a:rPr lang="en-US"/>
                <a:t>User xếp hạng 4 đến hạng 10: </a:t>
              </a:r>
              <a:r>
                <a:rPr lang="en-US" b="1"/>
                <a:t>+6 điểm</a:t>
              </a:r>
            </a:p>
            <a:p>
              <a:pPr marL="342900" marR="0" indent="-342900">
                <a:spcBef>
                  <a:spcPts val="0"/>
                </a:spcBef>
                <a:spcAft>
                  <a:spcPts val="0"/>
                </a:spcAft>
                <a:buAutoNum type="arabicPeriod"/>
              </a:pPr>
              <a:endParaRPr lang="en-US" b="1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AF7FE3D9-775C-4D2C-BF92-E0F612B69463}"/>
                </a:ext>
              </a:extLst>
            </p:cNvPr>
            <p:cNvSpPr txBox="1"/>
            <p:nvPr/>
          </p:nvSpPr>
          <p:spPr>
            <a:xfrm>
              <a:off x="838200" y="1951672"/>
              <a:ext cx="4064000" cy="34163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R="0">
                <a:spcBef>
                  <a:spcPts val="0"/>
                </a:spcBef>
                <a:spcAft>
                  <a:spcPts val="0"/>
                </a:spcAft>
              </a:pPr>
              <a:r>
                <a:rPr lang="en-US" b="1"/>
                <a:t>Thông tin chi tiết:</a:t>
              </a:r>
              <a:endParaRPr lang="en-US" b="1" dirty="0"/>
            </a:p>
            <a:p>
              <a:pPr marL="285750" marR="0" indent="-285750">
                <a:spcBef>
                  <a:spcPts val="0"/>
                </a:spcBef>
                <a:spcAft>
                  <a:spcPts val="0"/>
                </a:spcAft>
                <a:buFontTx/>
                <a:buChar char="-"/>
              </a:pPr>
              <a:r>
                <a:rPr lang="en-US" b="1"/>
                <a:t>Vị </a:t>
              </a:r>
              <a:r>
                <a:rPr lang="en-US" b="1" dirty="0" err="1"/>
                <a:t>trí</a:t>
              </a:r>
              <a:r>
                <a:rPr lang="en-US" b="1" dirty="0"/>
                <a:t> </a:t>
              </a:r>
              <a:r>
                <a:rPr lang="en-US" b="1" dirty="0" err="1"/>
                <a:t>cộng</a:t>
              </a:r>
              <a:r>
                <a:rPr lang="en-US" b="1" dirty="0"/>
                <a:t> </a:t>
              </a:r>
              <a:r>
                <a:rPr lang="en-US" b="1" dirty="0" err="1"/>
                <a:t>điểm</a:t>
              </a:r>
              <a:r>
                <a:rPr lang="en-US" b="1" dirty="0"/>
                <a:t>: </a:t>
              </a:r>
              <a:r>
                <a:rPr lang="en-US" dirty="0" err="1"/>
                <a:t>quy</a:t>
              </a:r>
              <a:r>
                <a:rPr lang="en-US" dirty="0"/>
                <a:t> </a:t>
              </a:r>
              <a:r>
                <a:rPr lang="en-US" dirty="0" err="1"/>
                <a:t>đổi</a:t>
              </a:r>
              <a:r>
                <a:rPr lang="en-US" dirty="0"/>
                <a:t> </a:t>
              </a:r>
              <a:r>
                <a:rPr lang="en-US" dirty="0" err="1"/>
                <a:t>thành</a:t>
              </a:r>
              <a:r>
                <a:rPr lang="en-US" dirty="0"/>
                <a:t> </a:t>
              </a:r>
              <a:r>
                <a:rPr lang="en-US" dirty="0" err="1"/>
                <a:t>điểm</a:t>
              </a:r>
              <a:r>
                <a:rPr lang="en-US" dirty="0"/>
                <a:t> </a:t>
              </a:r>
              <a:r>
                <a:rPr lang="en-US" dirty="0" err="1"/>
                <a:t>cộng</a:t>
              </a:r>
              <a:r>
                <a:rPr lang="en-US" dirty="0"/>
                <a:t> </a:t>
              </a:r>
              <a:r>
                <a:rPr lang="en-US" dirty="0" err="1"/>
                <a:t>trong</a:t>
              </a:r>
              <a:r>
                <a:rPr lang="en-US" dirty="0"/>
                <a:t> </a:t>
              </a:r>
              <a:r>
                <a:rPr lang="en-US" b="1" dirty="0"/>
                <a:t>achievement board </a:t>
              </a:r>
              <a:r>
                <a:rPr lang="en-US" b="1" dirty="0" err="1"/>
                <a:t>của</a:t>
              </a:r>
              <a:r>
                <a:rPr lang="en-US" b="1" dirty="0"/>
                <a:t> Hub </a:t>
              </a:r>
              <a:r>
                <a:rPr lang="en-US" dirty="0"/>
                <a:t>“</a:t>
              </a:r>
              <a:r>
                <a:rPr lang="en-US" dirty="0" err="1"/>
                <a:t>Hộ</a:t>
              </a:r>
              <a:r>
                <a:rPr lang="en-US" dirty="0"/>
                <a:t> </a:t>
              </a:r>
              <a:r>
                <a:rPr lang="en-US" dirty="0" err="1"/>
                <a:t>sinh</a:t>
              </a:r>
              <a:r>
                <a:rPr lang="en-US" dirty="0"/>
                <a:t> </a:t>
              </a:r>
              <a:r>
                <a:rPr lang="en-US" dirty="0" err="1"/>
                <a:t>tài</a:t>
              </a:r>
              <a:r>
                <a:rPr lang="en-US" dirty="0"/>
                <a:t> </a:t>
              </a:r>
              <a:r>
                <a:rPr lang="en-US" dirty="0" err="1"/>
                <a:t>trí</a:t>
              </a:r>
              <a:r>
                <a:rPr lang="en-US" dirty="0"/>
                <a:t>” </a:t>
              </a:r>
              <a:r>
                <a:rPr lang="en-US" i="1" dirty="0"/>
                <a:t>(</a:t>
              </a:r>
              <a:r>
                <a:rPr lang="en-US" i="1" dirty="0" err="1"/>
                <a:t>Như</a:t>
              </a:r>
              <a:r>
                <a:rPr lang="en-US" i="1" dirty="0"/>
                <a:t> </a:t>
              </a:r>
              <a:r>
                <a:rPr lang="en-US" i="1" dirty="0" err="1"/>
                <a:t>hình</a:t>
              </a:r>
              <a:r>
                <a:rPr lang="en-US" i="1" dirty="0"/>
                <a:t> </a:t>
              </a:r>
              <a:r>
                <a:rPr lang="en-US" i="1" err="1"/>
                <a:t>bên</a:t>
              </a:r>
              <a:r>
                <a:rPr lang="en-US" i="1"/>
                <a:t>)</a:t>
              </a:r>
            </a:p>
            <a:p>
              <a:pPr marR="0">
                <a:spcBef>
                  <a:spcPts val="0"/>
                </a:spcBef>
                <a:spcAft>
                  <a:spcPts val="0"/>
                </a:spcAft>
              </a:pPr>
              <a:endParaRPr lang="en-US" i="1"/>
            </a:p>
            <a:p>
              <a:pPr marL="285750" marR="0" indent="-285750">
                <a:spcBef>
                  <a:spcPts val="0"/>
                </a:spcBef>
                <a:spcAft>
                  <a:spcPts val="0"/>
                </a:spcAft>
                <a:buFontTx/>
                <a:buChar char="-"/>
              </a:pPr>
              <a:r>
                <a:rPr lang="en-US" b="1"/>
                <a:t>Thời gian cut-off </a:t>
              </a:r>
              <a:r>
                <a:rPr lang="en-US"/>
                <a:t>(thời gian kết điểm trong tháng): </a:t>
              </a:r>
              <a:r>
                <a:rPr lang="en-US" b="1"/>
                <a:t>23h59m59s ngày cuối cùng của tháng.</a:t>
              </a:r>
            </a:p>
            <a:p>
              <a:pPr marL="285750" marR="0" indent="-285750">
                <a:spcBef>
                  <a:spcPts val="0"/>
                </a:spcBef>
                <a:spcAft>
                  <a:spcPts val="0"/>
                </a:spcAft>
                <a:buFontTx/>
                <a:buChar char="-"/>
              </a:pPr>
              <a:endParaRPr lang="en-US" b="1"/>
            </a:p>
            <a:p>
              <a:pPr marL="285750" marR="0" indent="-285750">
                <a:spcBef>
                  <a:spcPts val="0"/>
                </a:spcBef>
                <a:spcAft>
                  <a:spcPts val="0"/>
                </a:spcAft>
                <a:buFontTx/>
                <a:buChar char="-"/>
              </a:pPr>
              <a:r>
                <a:rPr lang="en-US" b="1"/>
                <a:t>Thời </a:t>
              </a:r>
              <a:r>
                <a:rPr lang="en-US" b="1" dirty="0" err="1"/>
                <a:t>gian</a:t>
              </a:r>
              <a:r>
                <a:rPr lang="en-US" b="1" dirty="0"/>
                <a:t> </a:t>
              </a:r>
              <a:r>
                <a:rPr lang="en-US" b="1" err="1"/>
                <a:t>cộng</a:t>
              </a:r>
              <a:r>
                <a:rPr lang="en-US" b="1"/>
                <a:t> điểm</a:t>
              </a:r>
              <a:r>
                <a:rPr lang="en-US"/>
                <a:t> </a:t>
              </a:r>
              <a:r>
                <a:rPr lang="en-US" dirty="0" err="1"/>
                <a:t>vào</a:t>
              </a:r>
              <a:r>
                <a:rPr lang="en-US" dirty="0"/>
                <a:t> </a:t>
              </a:r>
              <a:r>
                <a:rPr lang="en-US" dirty="0" err="1"/>
                <a:t>điểm</a:t>
              </a:r>
              <a:r>
                <a:rPr lang="en-US" dirty="0"/>
                <a:t> </a:t>
              </a:r>
              <a:r>
                <a:rPr lang="en-US" dirty="0" err="1"/>
                <a:t>tích</a:t>
              </a:r>
              <a:r>
                <a:rPr lang="en-US" dirty="0"/>
                <a:t> </a:t>
              </a:r>
              <a:r>
                <a:rPr lang="en-US" dirty="0" err="1"/>
                <a:t>lũy</a:t>
              </a:r>
              <a:r>
                <a:rPr lang="en-US" dirty="0"/>
                <a:t> Achievement </a:t>
              </a:r>
              <a:r>
                <a:rPr lang="en-US"/>
                <a:t>board của Hub </a:t>
              </a:r>
              <a:r>
                <a:rPr lang="en-US">
                  <a:sym typeface="Wingdings" panose="05000000000000000000" pitchFamily="2" charset="2"/>
                </a:rPr>
                <a:t></a:t>
              </a:r>
              <a:r>
                <a:rPr lang="en-US"/>
                <a:t> </a:t>
              </a:r>
              <a:r>
                <a:rPr lang="en-US" dirty="0"/>
                <a:t>V</a:t>
              </a:r>
              <a:r>
                <a:rPr lang="en-US"/>
                <a:t>ào</a:t>
              </a:r>
              <a:r>
                <a:rPr lang="en-US" b="1"/>
                <a:t> </a:t>
              </a:r>
              <a:r>
                <a:rPr lang="en-US" b="1" dirty="0"/>
                <a:t>00:00 </a:t>
              </a:r>
              <a:r>
                <a:rPr lang="en-US" b="1" dirty="0" err="1"/>
                <a:t>ngày</a:t>
              </a:r>
              <a:r>
                <a:rPr lang="en-US" b="1" dirty="0"/>
                <a:t> 1 </a:t>
              </a:r>
              <a:r>
                <a:rPr lang="en-US" b="1" dirty="0" err="1"/>
                <a:t>của</a:t>
              </a:r>
              <a:r>
                <a:rPr lang="en-US" b="1" dirty="0"/>
                <a:t> </a:t>
              </a:r>
              <a:r>
                <a:rPr lang="en-US" b="1" dirty="0" err="1"/>
                <a:t>tháng</a:t>
              </a:r>
              <a:r>
                <a:rPr lang="en-US" b="1" dirty="0"/>
                <a:t> </a:t>
              </a:r>
              <a:r>
                <a:rPr lang="en-US" b="1" dirty="0" err="1"/>
                <a:t>kế</a:t>
              </a:r>
              <a:r>
                <a:rPr lang="en-US" b="1" dirty="0"/>
                <a:t> </a:t>
              </a:r>
              <a:r>
                <a:rPr lang="en-US" b="1" dirty="0" err="1"/>
                <a:t>tiếp</a:t>
              </a:r>
              <a:r>
                <a:rPr lang="en-US" b="1" dirty="0"/>
                <a:t> </a:t>
              </a:r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C8C99380-AEE6-41AE-AD01-BB1251FD8AD3}"/>
              </a:ext>
            </a:extLst>
          </p:cNvPr>
          <p:cNvSpPr txBox="1"/>
          <p:nvPr/>
        </p:nvSpPr>
        <p:spPr>
          <a:xfrm>
            <a:off x="10551091" y="6492378"/>
            <a:ext cx="154446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i="1"/>
              <a:t>*For demo only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D6D4184E-F4B0-4B1F-9E70-CECCA4EF50E4}"/>
              </a:ext>
            </a:extLst>
          </p:cNvPr>
          <p:cNvGrpSpPr/>
          <p:nvPr/>
        </p:nvGrpSpPr>
        <p:grpSpPr>
          <a:xfrm>
            <a:off x="9029699" y="1894077"/>
            <a:ext cx="2835399" cy="4352544"/>
            <a:chOff x="9029700" y="1690688"/>
            <a:chExt cx="2835399" cy="4352544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75388E9A-E684-4D6B-8818-1BF90CC1B8A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096005" y="1690688"/>
              <a:ext cx="2089890" cy="4352544"/>
            </a:xfrm>
            <a:prstGeom prst="rect">
              <a:avLst/>
            </a:prstGeom>
          </p:spPr>
        </p:pic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0E81D4E1-46D2-406B-9A82-3756A5A1FDDF}"/>
                </a:ext>
              </a:extLst>
            </p:cNvPr>
            <p:cNvSpPr/>
            <p:nvPr/>
          </p:nvSpPr>
          <p:spPr>
            <a:xfrm>
              <a:off x="9029700" y="4070349"/>
              <a:ext cx="2222500" cy="473075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C3D416CB-622C-4D8D-B70D-492C5F44C09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258469" y="4070349"/>
              <a:ext cx="606630" cy="216347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7677864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AF650211324CA4A89AF602E3031A71D" ma:contentTypeVersion="13" ma:contentTypeDescription="Create a new document." ma:contentTypeScope="" ma:versionID="e9a547aaf2379f2666a7533aebdb9240">
  <xsd:schema xmlns:xsd="http://www.w3.org/2001/XMLSchema" xmlns:xs="http://www.w3.org/2001/XMLSchema" xmlns:p="http://schemas.microsoft.com/office/2006/metadata/properties" xmlns:ns3="0a127bbc-c172-4605-b9e4-9fb3f8ad96cc" xmlns:ns4="1963c608-5601-4f04-a94d-18b327de0b74" targetNamespace="http://schemas.microsoft.com/office/2006/metadata/properties" ma:root="true" ma:fieldsID="25cdb8db5e0c327e6863e711c1c1cc6b" ns3:_="" ns4:_="">
    <xsd:import namespace="0a127bbc-c172-4605-b9e4-9fb3f8ad96cc"/>
    <xsd:import namespace="1963c608-5601-4f04-a94d-18b327de0b74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ServiceLocation" minOccurs="0"/>
                <xsd:element ref="ns3:MediaServiceAutoKeyPoints" minOccurs="0"/>
                <xsd:element ref="ns3:MediaServiceKeyPoints" minOccurs="0"/>
                <xsd:element ref="ns4:SharedWithUsers" minOccurs="0"/>
                <xsd:element ref="ns4:SharedWithDetails" minOccurs="0"/>
                <xsd:element ref="ns4:SharingHintHash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a127bbc-c172-4605-b9e4-9fb3f8ad96c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963c608-5601-4f04-a94d-18b327de0b74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20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732E56A0-BB6E-4E9B-AEAC-ACDA0E54A90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a127bbc-c172-4605-b9e4-9fb3f8ad96cc"/>
    <ds:schemaRef ds:uri="1963c608-5601-4f04-a94d-18b327de0b7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CAD6437F-55AB-4EA4-BD1E-10CCB97E4CF8}">
  <ds:schemaRefs>
    <ds:schemaRef ds:uri="http://purl.org/dc/elements/1.1/"/>
    <ds:schemaRef ds:uri="http://schemas.microsoft.com/office/2006/metadata/properties"/>
    <ds:schemaRef ds:uri="http://schemas.microsoft.com/office/2006/documentManagement/types"/>
    <ds:schemaRef ds:uri="http://purl.org/dc/terms/"/>
    <ds:schemaRef ds:uri="http://schemas.openxmlformats.org/package/2006/metadata/core-properties"/>
    <ds:schemaRef ds:uri="http://purl.org/dc/dcmitype/"/>
    <ds:schemaRef ds:uri="http://schemas.microsoft.com/office/infopath/2007/PartnerControls"/>
    <ds:schemaRef ds:uri="1963c608-5601-4f04-a94d-18b327de0b74"/>
    <ds:schemaRef ds:uri="0a127bbc-c172-4605-b9e4-9fb3f8ad96cc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CA835290-5301-42B2-AE09-0077295602D5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1836</TotalTime>
  <Words>764</Words>
  <Application>Microsoft Office PowerPoint</Application>
  <PresentationFormat>Widescreen</PresentationFormat>
  <Paragraphs>95</Paragraphs>
  <Slides>7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(Body)</vt:lpstr>
      <vt:lpstr>Calibri Light</vt:lpstr>
      <vt:lpstr>Office Theme</vt:lpstr>
      <vt:lpstr>ACHIEVEMENT BOARD RANKING GAME</vt:lpstr>
      <vt:lpstr>Flow UI Thử thách thông thái (Game 1)</vt:lpstr>
      <vt:lpstr>Flow UI Thử thách thông thái (Game 2)</vt:lpstr>
      <vt:lpstr>Giao diện màn hình bảng xếp hạng game (Demo game 1)</vt:lpstr>
      <vt:lpstr>Chi tiết bảng xếp hạng game (Demo game 1)</vt:lpstr>
      <vt:lpstr>Màn hình hướng dẫn chơi game</vt:lpstr>
      <vt:lpstr>*Scheme điểm Top 10 của tháng: Đối với các users đạt top 10 /tháng trong bảng xếp hạng game sẽ được cộng thêm điểm vào Điểm tích lũy ở Achievement Board của Hub.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BẢNG THÀNH TÍCH  VÀ XẾP HẠNG</dc:title>
  <dc:creator>Nguyễn Quốc Tuấn</dc:creator>
  <cp:lastModifiedBy> </cp:lastModifiedBy>
  <cp:revision>89</cp:revision>
  <cp:lastPrinted>2021-03-18T03:55:15Z</cp:lastPrinted>
  <dcterms:created xsi:type="dcterms:W3CDTF">2021-02-24T07:50:46Z</dcterms:created>
  <dcterms:modified xsi:type="dcterms:W3CDTF">2021-04-05T04:31:50Z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0x010100CAF650211324CA4A89AF602E3031A71D</vt:lpwstr>
  </property>
</Properties>
</file>